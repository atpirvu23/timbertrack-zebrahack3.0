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0"/>
  </p:notesMasterIdLst>
  <p:sldIdLst>
    <p:sldId id="256" r:id="rId2"/>
    <p:sldId id="258" r:id="rId3"/>
    <p:sldId id="259" r:id="rId4"/>
    <p:sldId id="262" r:id="rId5"/>
    <p:sldId id="263" r:id="rId6"/>
    <p:sldId id="265" r:id="rId7"/>
    <p:sldId id="270" r:id="rId8"/>
    <p:sldId id="276" r:id="rId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Days One" panose="020B0604020202020204" charset="0"/>
      <p:regular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24D804-F03E-4207-918F-014E8EC2F21A}">
  <a:tblStyle styleId="{AB24D804-F03E-4207-918F-014E8EC2F2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>
        <p:scale>
          <a:sx n="125" d="100"/>
          <a:sy n="125" d="100"/>
        </p:scale>
        <p:origin x="365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a3d063a2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a3d063a2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aa3d063a2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aa3d063a2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aa3d063a2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aa3d063a2b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aa3d063a2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aa3d063a2b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10" name="Google Shape;10;p2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" name="Google Shape;36;p2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7" name="Google Shape;37;p2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" name="Google Shape;43;p2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44" name="Google Shape;44;p2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814850" y="1633725"/>
            <a:ext cx="5514300" cy="20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>
                <a:latin typeface="Days One"/>
                <a:ea typeface="Days One"/>
                <a:cs typeface="Days One"/>
                <a:sym typeface="Day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2301625" y="3686200"/>
            <a:ext cx="4540800" cy="4605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4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97" name="Google Shape;97;p4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4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4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4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4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4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4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4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4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4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4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08;p4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4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4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4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4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4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4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3" name="Google Shape;123;p4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124" name="Google Shape;124;p4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125" name="Google Shape;125;p4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720000" y="1514050"/>
            <a:ext cx="7704000" cy="30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5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140" name="Google Shape;140;p5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5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5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5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5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5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5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5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5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5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5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p5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p5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5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" name="Google Shape;154;p5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5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5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Google Shape;157;p5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5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Google Shape;159;p5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" name="Google Shape;160;p5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Google Shape;161;p5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162;p5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5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p5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165;p5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6" name="Google Shape;166;p5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167" name="Google Shape;167;p5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5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174" name="Google Shape;174;p5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9" name="Google Shape;179;p5"/>
          <p:cNvSpPr txBox="1">
            <a:spLocks noGrp="1"/>
          </p:cNvSpPr>
          <p:nvPr>
            <p:ph type="subTitle" idx="1"/>
          </p:nvPr>
        </p:nvSpPr>
        <p:spPr>
          <a:xfrm>
            <a:off x="1290750" y="287314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2"/>
          </p:nvPr>
        </p:nvSpPr>
        <p:spPr>
          <a:xfrm>
            <a:off x="4945625" y="2873142"/>
            <a:ext cx="29076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subTitle" idx="3"/>
          </p:nvPr>
        </p:nvSpPr>
        <p:spPr>
          <a:xfrm>
            <a:off x="1290750" y="3182195"/>
            <a:ext cx="2907600" cy="10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5"/>
          <p:cNvSpPr txBox="1">
            <a:spLocks noGrp="1"/>
          </p:cNvSpPr>
          <p:nvPr>
            <p:ph type="subTitle" idx="4"/>
          </p:nvPr>
        </p:nvSpPr>
        <p:spPr>
          <a:xfrm>
            <a:off x="4945625" y="3182195"/>
            <a:ext cx="2907600" cy="10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5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6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186" name="Google Shape;186;p6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6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6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6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6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6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6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6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6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6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6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6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6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6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6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6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6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6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6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6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6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6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6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6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6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6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6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213" name="Google Shape;213;p6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5" name="Google Shape;225;p6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9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314" name="Google Shape;314;p9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9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9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9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9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9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9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9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9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9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9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9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9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9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9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9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9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9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9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9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9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9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9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9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9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0" name="Google Shape;340;p9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41" name="Google Shape;341;p9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7" name="Google Shape;347;p9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348" name="Google Shape;348;p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3" name="Google Shape;353;p9"/>
          <p:cNvSpPr txBox="1">
            <a:spLocks noGrp="1"/>
          </p:cNvSpPr>
          <p:nvPr>
            <p:ph type="subTitle" idx="1"/>
          </p:nvPr>
        </p:nvSpPr>
        <p:spPr>
          <a:xfrm>
            <a:off x="896400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9"/>
          <p:cNvSpPr txBox="1">
            <a:spLocks noGrp="1"/>
          </p:cNvSpPr>
          <p:nvPr>
            <p:ph type="subTitle" idx="2"/>
          </p:nvPr>
        </p:nvSpPr>
        <p:spPr>
          <a:xfrm>
            <a:off x="4696925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1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361" name="Google Shape;361;p11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11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11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11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11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11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11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11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" name="Google Shape;369;p11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11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11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11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1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1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11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6" name="Google Shape;376;p11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11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" name="Google Shape;378;p11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11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11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1" name="Google Shape;381;p11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2" name="Google Shape;382;p11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3" name="Google Shape;383;p11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" name="Google Shape;384;p11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11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11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7" name="Google Shape;387;p11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88" name="Google Shape;388;p11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89" name="Google Shape;389;p11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1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1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1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1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1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395" name="Google Shape;395;p11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1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1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1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1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0" name="Google Shape;400;p11"/>
          <p:cNvSpPr txBox="1">
            <a:spLocks noGrp="1"/>
          </p:cNvSpPr>
          <p:nvPr>
            <p:ph type="title" hasCustomPrompt="1"/>
          </p:nvPr>
        </p:nvSpPr>
        <p:spPr>
          <a:xfrm>
            <a:off x="1880700" y="1752675"/>
            <a:ext cx="5382600" cy="1504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1" name="Google Shape;401;p11"/>
          <p:cNvSpPr txBox="1">
            <a:spLocks noGrp="1"/>
          </p:cNvSpPr>
          <p:nvPr>
            <p:ph type="subTitle" idx="1"/>
          </p:nvPr>
        </p:nvSpPr>
        <p:spPr>
          <a:xfrm>
            <a:off x="1880700" y="3422100"/>
            <a:ext cx="53826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5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493" name="Google Shape;493;p15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4" name="Google Shape;494;p15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" name="Google Shape;495;p15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6" name="Google Shape;496;p15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15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15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9" name="Google Shape;499;p15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15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15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15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3" name="Google Shape;503;p15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4" name="Google Shape;504;p15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15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506;p15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15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15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9" name="Google Shape;509;p15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0" name="Google Shape;510;p15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15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15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15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15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15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15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15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15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9" name="Google Shape;519;p15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520" name="Google Shape;520;p15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521" name="Google Shape;521;p15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5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5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6" name="Google Shape;526;p15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527" name="Google Shape;527;p15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5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2" name="Google Shape;532;p15"/>
          <p:cNvSpPr txBox="1">
            <a:spLocks noGrp="1"/>
          </p:cNvSpPr>
          <p:nvPr>
            <p:ph type="subTitle" idx="1"/>
          </p:nvPr>
        </p:nvSpPr>
        <p:spPr>
          <a:xfrm>
            <a:off x="896050" y="3513003"/>
            <a:ext cx="2193000" cy="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15"/>
          <p:cNvSpPr txBox="1">
            <a:spLocks noGrp="1"/>
          </p:cNvSpPr>
          <p:nvPr>
            <p:ph type="subTitle" idx="2"/>
          </p:nvPr>
        </p:nvSpPr>
        <p:spPr>
          <a:xfrm>
            <a:off x="3475500" y="2889603"/>
            <a:ext cx="2193000" cy="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15"/>
          <p:cNvSpPr txBox="1">
            <a:spLocks noGrp="1"/>
          </p:cNvSpPr>
          <p:nvPr>
            <p:ph type="subTitle" idx="3"/>
          </p:nvPr>
        </p:nvSpPr>
        <p:spPr>
          <a:xfrm>
            <a:off x="6054950" y="3513003"/>
            <a:ext cx="2193000" cy="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15"/>
          <p:cNvSpPr txBox="1">
            <a:spLocks noGrp="1"/>
          </p:cNvSpPr>
          <p:nvPr>
            <p:ph type="subTitle" idx="4"/>
          </p:nvPr>
        </p:nvSpPr>
        <p:spPr>
          <a:xfrm>
            <a:off x="896050" y="3185475"/>
            <a:ext cx="2193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6" name="Google Shape;536;p15"/>
          <p:cNvSpPr txBox="1">
            <a:spLocks noGrp="1"/>
          </p:cNvSpPr>
          <p:nvPr>
            <p:ph type="subTitle" idx="5"/>
          </p:nvPr>
        </p:nvSpPr>
        <p:spPr>
          <a:xfrm>
            <a:off x="6054950" y="3185475"/>
            <a:ext cx="2193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7" name="Google Shape;537;p15"/>
          <p:cNvSpPr txBox="1">
            <a:spLocks noGrp="1"/>
          </p:cNvSpPr>
          <p:nvPr>
            <p:ph type="subTitle" idx="6"/>
          </p:nvPr>
        </p:nvSpPr>
        <p:spPr>
          <a:xfrm>
            <a:off x="3475500" y="2563000"/>
            <a:ext cx="2193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8" name="Google Shape;538;p15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16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541" name="Google Shape;541;p16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2" name="Google Shape;542;p16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3" name="Google Shape;543;p16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16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5" name="Google Shape;545;p16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6" name="Google Shape;546;p16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7" name="Google Shape;547;p16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16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549;p16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0" name="Google Shape;550;p16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1" name="Google Shape;551;p16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16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553;p16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p16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16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16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16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8" name="Google Shape;558;p16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559;p16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0" name="Google Shape;560;p16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1" name="Google Shape;561;p16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2" name="Google Shape;562;p16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563;p16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564;p16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5" name="Google Shape;565;p16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6" name="Google Shape;566;p16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7" name="Google Shape;567;p16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568" name="Google Shape;568;p16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569" name="Google Shape;569;p1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1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16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575" name="Google Shape;575;p1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1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1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80" name="Google Shape;580;p16"/>
          <p:cNvSpPr txBox="1">
            <a:spLocks noGrp="1"/>
          </p:cNvSpPr>
          <p:nvPr>
            <p:ph type="subTitle" idx="1"/>
          </p:nvPr>
        </p:nvSpPr>
        <p:spPr>
          <a:xfrm>
            <a:off x="1908800" y="249642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16"/>
          <p:cNvSpPr txBox="1">
            <a:spLocks noGrp="1"/>
          </p:cNvSpPr>
          <p:nvPr>
            <p:ph type="subTitle" idx="2"/>
          </p:nvPr>
        </p:nvSpPr>
        <p:spPr>
          <a:xfrm>
            <a:off x="5687849" y="249642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16"/>
          <p:cNvSpPr txBox="1">
            <a:spLocks noGrp="1"/>
          </p:cNvSpPr>
          <p:nvPr>
            <p:ph type="subTitle" idx="3"/>
          </p:nvPr>
        </p:nvSpPr>
        <p:spPr>
          <a:xfrm>
            <a:off x="1908800" y="386167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16"/>
          <p:cNvSpPr txBox="1">
            <a:spLocks noGrp="1"/>
          </p:cNvSpPr>
          <p:nvPr>
            <p:ph type="subTitle" idx="4"/>
          </p:nvPr>
        </p:nvSpPr>
        <p:spPr>
          <a:xfrm>
            <a:off x="5687849" y="3861677"/>
            <a:ext cx="238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16"/>
          <p:cNvSpPr txBox="1">
            <a:spLocks noGrp="1"/>
          </p:cNvSpPr>
          <p:nvPr>
            <p:ph type="title" hasCustomPrompt="1"/>
          </p:nvPr>
        </p:nvSpPr>
        <p:spPr>
          <a:xfrm>
            <a:off x="1074761" y="1987721"/>
            <a:ext cx="733500" cy="4476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5" name="Google Shape;585;p16"/>
          <p:cNvSpPr txBox="1">
            <a:spLocks noGrp="1"/>
          </p:cNvSpPr>
          <p:nvPr>
            <p:ph type="title" idx="5" hasCustomPrompt="1"/>
          </p:nvPr>
        </p:nvSpPr>
        <p:spPr>
          <a:xfrm>
            <a:off x="1074761" y="3351821"/>
            <a:ext cx="731400" cy="4476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6" name="Google Shape;586;p16"/>
          <p:cNvSpPr txBox="1">
            <a:spLocks noGrp="1"/>
          </p:cNvSpPr>
          <p:nvPr>
            <p:ph type="title" idx="6" hasCustomPrompt="1"/>
          </p:nvPr>
        </p:nvSpPr>
        <p:spPr>
          <a:xfrm>
            <a:off x="4853776" y="1988358"/>
            <a:ext cx="731400" cy="4464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7" name="Google Shape;587;p16"/>
          <p:cNvSpPr txBox="1">
            <a:spLocks noGrp="1"/>
          </p:cNvSpPr>
          <p:nvPr>
            <p:ph type="title" idx="7" hasCustomPrompt="1"/>
          </p:nvPr>
        </p:nvSpPr>
        <p:spPr>
          <a:xfrm>
            <a:off x="4853776" y="3351822"/>
            <a:ext cx="731400" cy="4476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8" name="Google Shape;588;p16"/>
          <p:cNvSpPr txBox="1">
            <a:spLocks noGrp="1"/>
          </p:cNvSpPr>
          <p:nvPr>
            <p:ph type="subTitle" idx="8"/>
          </p:nvPr>
        </p:nvSpPr>
        <p:spPr>
          <a:xfrm>
            <a:off x="1908800" y="1856989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89" name="Google Shape;589;p16"/>
          <p:cNvSpPr txBox="1">
            <a:spLocks noGrp="1"/>
          </p:cNvSpPr>
          <p:nvPr>
            <p:ph type="subTitle" idx="9"/>
          </p:nvPr>
        </p:nvSpPr>
        <p:spPr>
          <a:xfrm>
            <a:off x="1908800" y="3222339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0" name="Google Shape;590;p16"/>
          <p:cNvSpPr txBox="1">
            <a:spLocks noGrp="1"/>
          </p:cNvSpPr>
          <p:nvPr>
            <p:ph type="subTitle" idx="13"/>
          </p:nvPr>
        </p:nvSpPr>
        <p:spPr>
          <a:xfrm>
            <a:off x="5687849" y="1856989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1" name="Google Shape;591;p16"/>
          <p:cNvSpPr txBox="1">
            <a:spLocks noGrp="1"/>
          </p:cNvSpPr>
          <p:nvPr>
            <p:ph type="subTitle" idx="14"/>
          </p:nvPr>
        </p:nvSpPr>
        <p:spPr>
          <a:xfrm>
            <a:off x="5687849" y="3222336"/>
            <a:ext cx="2381400" cy="75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2" name="Google Shape;592;p16"/>
          <p:cNvSpPr txBox="1">
            <a:spLocks noGrp="1"/>
          </p:cNvSpPr>
          <p:nvPr>
            <p:ph type="title" idx="15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19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686" name="Google Shape;686;p19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7" name="Google Shape;687;p19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19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19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19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19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19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19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19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19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6" name="Google Shape;696;p19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19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19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19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19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19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19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19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19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19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19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19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19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19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0" name="Google Shape;710;p19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19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2" name="Google Shape;712;p19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713" name="Google Shape;713;p19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714" name="Google Shape;714;p1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p19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720" name="Google Shape;720;p1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1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1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1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1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5" name="Google Shape;725;p19"/>
          <p:cNvGrpSpPr/>
          <p:nvPr/>
        </p:nvGrpSpPr>
        <p:grpSpPr>
          <a:xfrm>
            <a:off x="7359430" y="819685"/>
            <a:ext cx="1132714" cy="1645290"/>
            <a:chOff x="7359430" y="819685"/>
            <a:chExt cx="1132714" cy="1645290"/>
          </a:xfrm>
        </p:grpSpPr>
        <p:sp>
          <p:nvSpPr>
            <p:cNvPr id="726" name="Google Shape;726;p19"/>
            <p:cNvSpPr/>
            <p:nvPr/>
          </p:nvSpPr>
          <p:spPr>
            <a:xfrm rot="3600003">
              <a:off x="7508612" y="974409"/>
              <a:ext cx="834351" cy="826229"/>
            </a:xfrm>
            <a:custGeom>
              <a:avLst/>
              <a:gdLst/>
              <a:ahLst/>
              <a:cxnLst/>
              <a:rect l="l" t="t" r="r" b="b"/>
              <a:pathLst>
                <a:path w="4515" h="4471" extrusionOk="0">
                  <a:moveTo>
                    <a:pt x="1821" y="3126"/>
                  </a:moveTo>
                  <a:cubicBezTo>
                    <a:pt x="1330" y="2885"/>
                    <a:pt x="1126" y="2290"/>
                    <a:pt x="1367" y="1799"/>
                  </a:cubicBezTo>
                  <a:cubicBezTo>
                    <a:pt x="1608" y="1308"/>
                    <a:pt x="2204" y="1105"/>
                    <a:pt x="2695" y="1345"/>
                  </a:cubicBezTo>
                  <a:cubicBezTo>
                    <a:pt x="3186" y="1587"/>
                    <a:pt x="3389" y="2182"/>
                    <a:pt x="3148" y="2673"/>
                  </a:cubicBezTo>
                  <a:cubicBezTo>
                    <a:pt x="2907" y="3164"/>
                    <a:pt x="2312" y="3367"/>
                    <a:pt x="1821" y="3126"/>
                  </a:cubicBezTo>
                  <a:moveTo>
                    <a:pt x="3878" y="3808"/>
                  </a:moveTo>
                  <a:cubicBezTo>
                    <a:pt x="4043" y="3638"/>
                    <a:pt x="4179" y="3444"/>
                    <a:pt x="4284" y="3230"/>
                  </a:cubicBezTo>
                  <a:lnTo>
                    <a:pt x="4287" y="3225"/>
                  </a:lnTo>
                  <a:lnTo>
                    <a:pt x="3946" y="3058"/>
                  </a:lnTo>
                  <a:cubicBezTo>
                    <a:pt x="4035" y="2876"/>
                    <a:pt x="4091" y="2687"/>
                    <a:pt x="4118" y="2496"/>
                  </a:cubicBezTo>
                  <a:lnTo>
                    <a:pt x="4494" y="2549"/>
                  </a:lnTo>
                  <a:cubicBezTo>
                    <a:pt x="4526" y="2315"/>
                    <a:pt x="4522" y="2077"/>
                    <a:pt x="4481" y="1843"/>
                  </a:cubicBezTo>
                  <a:lnTo>
                    <a:pt x="4106" y="1909"/>
                  </a:lnTo>
                  <a:cubicBezTo>
                    <a:pt x="4072" y="1716"/>
                    <a:pt x="4007" y="1528"/>
                    <a:pt x="3915" y="1354"/>
                  </a:cubicBezTo>
                  <a:lnTo>
                    <a:pt x="4251" y="1176"/>
                  </a:lnTo>
                  <a:cubicBezTo>
                    <a:pt x="4139" y="966"/>
                    <a:pt x="3996" y="776"/>
                    <a:pt x="3826" y="612"/>
                  </a:cubicBezTo>
                  <a:lnTo>
                    <a:pt x="3562" y="885"/>
                  </a:lnTo>
                  <a:cubicBezTo>
                    <a:pt x="3425" y="752"/>
                    <a:pt x="3266" y="638"/>
                    <a:pt x="3085" y="550"/>
                  </a:cubicBezTo>
                  <a:cubicBezTo>
                    <a:pt x="3084" y="549"/>
                    <a:pt x="3083" y="549"/>
                    <a:pt x="3081" y="548"/>
                  </a:cubicBezTo>
                  <a:lnTo>
                    <a:pt x="3248" y="207"/>
                  </a:lnTo>
                  <a:cubicBezTo>
                    <a:pt x="3034" y="103"/>
                    <a:pt x="2807" y="33"/>
                    <a:pt x="2573" y="0"/>
                  </a:cubicBezTo>
                  <a:lnTo>
                    <a:pt x="2520" y="376"/>
                  </a:lnTo>
                  <a:cubicBezTo>
                    <a:pt x="2323" y="349"/>
                    <a:pt x="2125" y="353"/>
                    <a:pt x="1933" y="387"/>
                  </a:cubicBezTo>
                  <a:lnTo>
                    <a:pt x="1867" y="13"/>
                  </a:lnTo>
                  <a:cubicBezTo>
                    <a:pt x="1633" y="54"/>
                    <a:pt x="1409" y="131"/>
                    <a:pt x="1200" y="242"/>
                  </a:cubicBezTo>
                  <a:lnTo>
                    <a:pt x="1378" y="578"/>
                  </a:lnTo>
                  <a:cubicBezTo>
                    <a:pt x="1205" y="669"/>
                    <a:pt x="1046" y="787"/>
                    <a:pt x="908" y="930"/>
                  </a:cubicBezTo>
                  <a:lnTo>
                    <a:pt x="635" y="666"/>
                  </a:lnTo>
                  <a:cubicBezTo>
                    <a:pt x="472" y="835"/>
                    <a:pt x="336" y="1029"/>
                    <a:pt x="232" y="1241"/>
                  </a:cubicBezTo>
                  <a:lnTo>
                    <a:pt x="230" y="1244"/>
                  </a:lnTo>
                  <a:lnTo>
                    <a:pt x="571" y="1409"/>
                  </a:lnTo>
                  <a:cubicBezTo>
                    <a:pt x="482" y="1592"/>
                    <a:pt x="425" y="1782"/>
                    <a:pt x="398" y="1972"/>
                  </a:cubicBezTo>
                  <a:lnTo>
                    <a:pt x="23" y="1919"/>
                  </a:lnTo>
                  <a:cubicBezTo>
                    <a:pt x="-11" y="2153"/>
                    <a:pt x="-7" y="2391"/>
                    <a:pt x="35" y="2625"/>
                  </a:cubicBezTo>
                  <a:lnTo>
                    <a:pt x="409" y="2559"/>
                  </a:lnTo>
                  <a:cubicBezTo>
                    <a:pt x="443" y="2753"/>
                    <a:pt x="507" y="2941"/>
                    <a:pt x="599" y="3115"/>
                  </a:cubicBezTo>
                  <a:lnTo>
                    <a:pt x="263" y="3293"/>
                  </a:lnTo>
                  <a:cubicBezTo>
                    <a:pt x="374" y="3503"/>
                    <a:pt x="517" y="3693"/>
                    <a:pt x="687" y="3857"/>
                  </a:cubicBezTo>
                  <a:lnTo>
                    <a:pt x="951" y="3585"/>
                  </a:lnTo>
                  <a:cubicBezTo>
                    <a:pt x="1089" y="3718"/>
                    <a:pt x="1249" y="3833"/>
                    <a:pt x="1430" y="3922"/>
                  </a:cubicBezTo>
                  <a:cubicBezTo>
                    <a:pt x="1431" y="3922"/>
                    <a:pt x="1431" y="3922"/>
                    <a:pt x="1432" y="3923"/>
                  </a:cubicBezTo>
                  <a:lnTo>
                    <a:pt x="1265" y="4263"/>
                  </a:lnTo>
                  <a:cubicBezTo>
                    <a:pt x="1479" y="4367"/>
                    <a:pt x="1705" y="4438"/>
                    <a:pt x="1939" y="4471"/>
                  </a:cubicBezTo>
                  <a:lnTo>
                    <a:pt x="1993" y="4095"/>
                  </a:lnTo>
                  <a:cubicBezTo>
                    <a:pt x="2190" y="4123"/>
                    <a:pt x="2388" y="4119"/>
                    <a:pt x="2580" y="4085"/>
                  </a:cubicBezTo>
                  <a:lnTo>
                    <a:pt x="2645" y="4460"/>
                  </a:lnTo>
                  <a:cubicBezTo>
                    <a:pt x="2879" y="4419"/>
                    <a:pt x="3103" y="4342"/>
                    <a:pt x="3313" y="4231"/>
                  </a:cubicBezTo>
                  <a:lnTo>
                    <a:pt x="3135" y="3895"/>
                  </a:lnTo>
                  <a:cubicBezTo>
                    <a:pt x="3308" y="3804"/>
                    <a:pt x="3467" y="3686"/>
                    <a:pt x="3606" y="3544"/>
                  </a:cubicBezTo>
                  <a:lnTo>
                    <a:pt x="3878" y="3808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9"/>
            <p:cNvSpPr/>
            <p:nvPr/>
          </p:nvSpPr>
          <p:spPr>
            <a:xfrm rot="3600020">
              <a:off x="7893347" y="1918241"/>
              <a:ext cx="465027" cy="460495"/>
            </a:xfrm>
            <a:custGeom>
              <a:avLst/>
              <a:gdLst/>
              <a:ahLst/>
              <a:cxnLst/>
              <a:rect l="l" t="t" r="r" b="b"/>
              <a:pathLst>
                <a:path w="4515" h="4471" extrusionOk="0">
                  <a:moveTo>
                    <a:pt x="1821" y="3126"/>
                  </a:moveTo>
                  <a:cubicBezTo>
                    <a:pt x="1330" y="2885"/>
                    <a:pt x="1126" y="2290"/>
                    <a:pt x="1367" y="1799"/>
                  </a:cubicBezTo>
                  <a:cubicBezTo>
                    <a:pt x="1608" y="1308"/>
                    <a:pt x="2204" y="1105"/>
                    <a:pt x="2695" y="1345"/>
                  </a:cubicBezTo>
                  <a:cubicBezTo>
                    <a:pt x="3186" y="1587"/>
                    <a:pt x="3389" y="2182"/>
                    <a:pt x="3148" y="2673"/>
                  </a:cubicBezTo>
                  <a:cubicBezTo>
                    <a:pt x="2907" y="3164"/>
                    <a:pt x="2312" y="3367"/>
                    <a:pt x="1821" y="3126"/>
                  </a:cubicBezTo>
                  <a:moveTo>
                    <a:pt x="3878" y="3808"/>
                  </a:moveTo>
                  <a:cubicBezTo>
                    <a:pt x="4043" y="3638"/>
                    <a:pt x="4179" y="3444"/>
                    <a:pt x="4284" y="3230"/>
                  </a:cubicBezTo>
                  <a:lnTo>
                    <a:pt x="4287" y="3225"/>
                  </a:lnTo>
                  <a:lnTo>
                    <a:pt x="3946" y="3058"/>
                  </a:lnTo>
                  <a:cubicBezTo>
                    <a:pt x="4035" y="2876"/>
                    <a:pt x="4091" y="2687"/>
                    <a:pt x="4118" y="2496"/>
                  </a:cubicBezTo>
                  <a:lnTo>
                    <a:pt x="4494" y="2549"/>
                  </a:lnTo>
                  <a:cubicBezTo>
                    <a:pt x="4526" y="2315"/>
                    <a:pt x="4522" y="2077"/>
                    <a:pt x="4481" y="1843"/>
                  </a:cubicBezTo>
                  <a:lnTo>
                    <a:pt x="4106" y="1909"/>
                  </a:lnTo>
                  <a:cubicBezTo>
                    <a:pt x="4072" y="1716"/>
                    <a:pt x="4007" y="1528"/>
                    <a:pt x="3915" y="1354"/>
                  </a:cubicBezTo>
                  <a:lnTo>
                    <a:pt x="4251" y="1176"/>
                  </a:lnTo>
                  <a:cubicBezTo>
                    <a:pt x="4139" y="966"/>
                    <a:pt x="3996" y="776"/>
                    <a:pt x="3826" y="612"/>
                  </a:cubicBezTo>
                  <a:lnTo>
                    <a:pt x="3562" y="885"/>
                  </a:lnTo>
                  <a:cubicBezTo>
                    <a:pt x="3425" y="752"/>
                    <a:pt x="3266" y="638"/>
                    <a:pt x="3085" y="550"/>
                  </a:cubicBezTo>
                  <a:cubicBezTo>
                    <a:pt x="3084" y="549"/>
                    <a:pt x="3083" y="549"/>
                    <a:pt x="3081" y="548"/>
                  </a:cubicBezTo>
                  <a:lnTo>
                    <a:pt x="3248" y="207"/>
                  </a:lnTo>
                  <a:cubicBezTo>
                    <a:pt x="3034" y="103"/>
                    <a:pt x="2807" y="33"/>
                    <a:pt x="2573" y="0"/>
                  </a:cubicBezTo>
                  <a:lnTo>
                    <a:pt x="2520" y="376"/>
                  </a:lnTo>
                  <a:cubicBezTo>
                    <a:pt x="2323" y="349"/>
                    <a:pt x="2125" y="353"/>
                    <a:pt x="1933" y="387"/>
                  </a:cubicBezTo>
                  <a:lnTo>
                    <a:pt x="1867" y="13"/>
                  </a:lnTo>
                  <a:cubicBezTo>
                    <a:pt x="1633" y="54"/>
                    <a:pt x="1409" y="131"/>
                    <a:pt x="1200" y="242"/>
                  </a:cubicBezTo>
                  <a:lnTo>
                    <a:pt x="1378" y="578"/>
                  </a:lnTo>
                  <a:cubicBezTo>
                    <a:pt x="1205" y="669"/>
                    <a:pt x="1046" y="787"/>
                    <a:pt x="908" y="930"/>
                  </a:cubicBezTo>
                  <a:lnTo>
                    <a:pt x="635" y="666"/>
                  </a:lnTo>
                  <a:cubicBezTo>
                    <a:pt x="472" y="835"/>
                    <a:pt x="336" y="1029"/>
                    <a:pt x="232" y="1241"/>
                  </a:cubicBezTo>
                  <a:lnTo>
                    <a:pt x="230" y="1244"/>
                  </a:lnTo>
                  <a:lnTo>
                    <a:pt x="571" y="1409"/>
                  </a:lnTo>
                  <a:cubicBezTo>
                    <a:pt x="482" y="1592"/>
                    <a:pt x="425" y="1782"/>
                    <a:pt x="398" y="1972"/>
                  </a:cubicBezTo>
                  <a:lnTo>
                    <a:pt x="23" y="1919"/>
                  </a:lnTo>
                  <a:cubicBezTo>
                    <a:pt x="-11" y="2153"/>
                    <a:pt x="-7" y="2391"/>
                    <a:pt x="35" y="2625"/>
                  </a:cubicBezTo>
                  <a:lnTo>
                    <a:pt x="409" y="2559"/>
                  </a:lnTo>
                  <a:cubicBezTo>
                    <a:pt x="443" y="2753"/>
                    <a:pt x="507" y="2941"/>
                    <a:pt x="599" y="3115"/>
                  </a:cubicBezTo>
                  <a:lnTo>
                    <a:pt x="263" y="3293"/>
                  </a:lnTo>
                  <a:cubicBezTo>
                    <a:pt x="374" y="3503"/>
                    <a:pt x="517" y="3693"/>
                    <a:pt x="687" y="3857"/>
                  </a:cubicBezTo>
                  <a:lnTo>
                    <a:pt x="951" y="3585"/>
                  </a:lnTo>
                  <a:cubicBezTo>
                    <a:pt x="1089" y="3718"/>
                    <a:pt x="1249" y="3833"/>
                    <a:pt x="1430" y="3922"/>
                  </a:cubicBezTo>
                  <a:cubicBezTo>
                    <a:pt x="1431" y="3922"/>
                    <a:pt x="1431" y="3922"/>
                    <a:pt x="1432" y="3923"/>
                  </a:cubicBezTo>
                  <a:lnTo>
                    <a:pt x="1265" y="4263"/>
                  </a:lnTo>
                  <a:cubicBezTo>
                    <a:pt x="1479" y="4367"/>
                    <a:pt x="1705" y="4438"/>
                    <a:pt x="1939" y="4471"/>
                  </a:cubicBezTo>
                  <a:lnTo>
                    <a:pt x="1993" y="4095"/>
                  </a:lnTo>
                  <a:cubicBezTo>
                    <a:pt x="2190" y="4123"/>
                    <a:pt x="2388" y="4119"/>
                    <a:pt x="2580" y="4085"/>
                  </a:cubicBezTo>
                  <a:lnTo>
                    <a:pt x="2645" y="4460"/>
                  </a:lnTo>
                  <a:cubicBezTo>
                    <a:pt x="2879" y="4419"/>
                    <a:pt x="3103" y="4342"/>
                    <a:pt x="3313" y="4231"/>
                  </a:cubicBezTo>
                  <a:lnTo>
                    <a:pt x="3135" y="3895"/>
                  </a:lnTo>
                  <a:cubicBezTo>
                    <a:pt x="3308" y="3804"/>
                    <a:pt x="3467" y="3686"/>
                    <a:pt x="3606" y="3544"/>
                  </a:cubicBezTo>
                  <a:lnTo>
                    <a:pt x="3878" y="3808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20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730" name="Google Shape;730;p20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20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2" name="Google Shape;732;p20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20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4" name="Google Shape;734;p20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5" name="Google Shape;735;p20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20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" name="Google Shape;737;p20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" name="Google Shape;738;p20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9" name="Google Shape;739;p20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0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20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20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20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0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20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20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20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" name="Google Shape;748;p20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20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0" name="Google Shape;750;p20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1" name="Google Shape;751;p20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2" name="Google Shape;752;p20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" name="Google Shape;753;p20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4" name="Google Shape;754;p20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5" name="Google Shape;755;p20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56" name="Google Shape;756;p20"/>
          <p:cNvGrpSpPr/>
          <p:nvPr/>
        </p:nvGrpSpPr>
        <p:grpSpPr>
          <a:xfrm>
            <a:off x="626050" y="427300"/>
            <a:ext cx="8197400" cy="4593724"/>
            <a:chOff x="-280802" y="20880"/>
            <a:chExt cx="10622522" cy="5952733"/>
          </a:xfrm>
        </p:grpSpPr>
        <p:sp>
          <p:nvSpPr>
            <p:cNvPr id="757" name="Google Shape;757;p20"/>
            <p:cNvSpPr/>
            <p:nvPr/>
          </p:nvSpPr>
          <p:spPr>
            <a:xfrm>
              <a:off x="-280802" y="549713"/>
              <a:ext cx="10622520" cy="5423901"/>
            </a:xfrm>
            <a:custGeom>
              <a:avLst/>
              <a:gdLst/>
              <a:ahLst/>
              <a:cxnLst/>
              <a:rect l="l" t="t" r="r" b="b"/>
              <a:pathLst>
                <a:path w="29507" h="14157" extrusionOk="0">
                  <a:moveTo>
                    <a:pt x="0" y="14157"/>
                  </a:moveTo>
                  <a:lnTo>
                    <a:pt x="29507" y="14157"/>
                  </a:lnTo>
                  <a:lnTo>
                    <a:pt x="29507" y="0"/>
                  </a:lnTo>
                  <a:lnTo>
                    <a:pt x="0" y="0"/>
                  </a:lnTo>
                  <a:lnTo>
                    <a:pt x="0" y="14157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-280800" y="20880"/>
              <a:ext cx="10622520" cy="528840"/>
            </a:xfrm>
            <a:custGeom>
              <a:avLst/>
              <a:gdLst/>
              <a:ahLst/>
              <a:cxnLst/>
              <a:rect l="l" t="t" r="r" b="b"/>
              <a:pathLst>
                <a:path w="29507" h="1469" extrusionOk="0">
                  <a:moveTo>
                    <a:pt x="28655" y="0"/>
                  </a:moveTo>
                  <a:lnTo>
                    <a:pt x="851" y="0"/>
                  </a:lnTo>
                  <a:cubicBezTo>
                    <a:pt x="381" y="0"/>
                    <a:pt x="0" y="312"/>
                    <a:pt x="0" y="698"/>
                  </a:cubicBezTo>
                  <a:lnTo>
                    <a:pt x="0" y="1469"/>
                  </a:lnTo>
                  <a:lnTo>
                    <a:pt x="29507" y="1469"/>
                  </a:lnTo>
                  <a:lnTo>
                    <a:pt x="29507" y="698"/>
                  </a:lnTo>
                  <a:cubicBezTo>
                    <a:pt x="29507" y="312"/>
                    <a:pt x="29126" y="0"/>
                    <a:pt x="28655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-4788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32796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70380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2" name="Google Shape;762;p20"/>
          <p:cNvGrpSpPr/>
          <p:nvPr/>
        </p:nvGrpSpPr>
        <p:grpSpPr>
          <a:xfrm>
            <a:off x="473650" y="274900"/>
            <a:ext cx="8197400" cy="4593724"/>
            <a:chOff x="-280802" y="20880"/>
            <a:chExt cx="10622522" cy="5952733"/>
          </a:xfrm>
        </p:grpSpPr>
        <p:sp>
          <p:nvSpPr>
            <p:cNvPr id="763" name="Google Shape;763;p20"/>
            <p:cNvSpPr/>
            <p:nvPr/>
          </p:nvSpPr>
          <p:spPr>
            <a:xfrm>
              <a:off x="-280802" y="549713"/>
              <a:ext cx="10622520" cy="5423901"/>
            </a:xfrm>
            <a:custGeom>
              <a:avLst/>
              <a:gdLst/>
              <a:ahLst/>
              <a:cxnLst/>
              <a:rect l="l" t="t" r="r" b="b"/>
              <a:pathLst>
                <a:path w="29507" h="14157" extrusionOk="0">
                  <a:moveTo>
                    <a:pt x="0" y="14157"/>
                  </a:moveTo>
                  <a:lnTo>
                    <a:pt x="29507" y="14157"/>
                  </a:lnTo>
                  <a:lnTo>
                    <a:pt x="29507" y="0"/>
                  </a:lnTo>
                  <a:lnTo>
                    <a:pt x="0" y="0"/>
                  </a:lnTo>
                  <a:lnTo>
                    <a:pt x="0" y="14157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-280800" y="20880"/>
              <a:ext cx="10622520" cy="528840"/>
            </a:xfrm>
            <a:custGeom>
              <a:avLst/>
              <a:gdLst/>
              <a:ahLst/>
              <a:cxnLst/>
              <a:rect l="l" t="t" r="r" b="b"/>
              <a:pathLst>
                <a:path w="29507" h="1469" extrusionOk="0">
                  <a:moveTo>
                    <a:pt x="28655" y="0"/>
                  </a:moveTo>
                  <a:lnTo>
                    <a:pt x="851" y="0"/>
                  </a:lnTo>
                  <a:cubicBezTo>
                    <a:pt x="381" y="0"/>
                    <a:pt x="0" y="312"/>
                    <a:pt x="0" y="698"/>
                  </a:cubicBezTo>
                  <a:lnTo>
                    <a:pt x="0" y="1469"/>
                  </a:lnTo>
                  <a:lnTo>
                    <a:pt x="29507" y="1469"/>
                  </a:lnTo>
                  <a:lnTo>
                    <a:pt x="29507" y="698"/>
                  </a:lnTo>
                  <a:cubicBezTo>
                    <a:pt x="29507" y="312"/>
                    <a:pt x="29126" y="0"/>
                    <a:pt x="28655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-4788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32796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70380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20"/>
          <p:cNvGrpSpPr/>
          <p:nvPr/>
        </p:nvGrpSpPr>
        <p:grpSpPr>
          <a:xfrm>
            <a:off x="7527566" y="3702226"/>
            <a:ext cx="1212401" cy="1240945"/>
            <a:chOff x="8264880" y="1119240"/>
            <a:chExt cx="1865520" cy="1909440"/>
          </a:xfrm>
        </p:grpSpPr>
        <p:sp>
          <p:nvSpPr>
            <p:cNvPr id="769" name="Google Shape;769;p20"/>
            <p:cNvSpPr/>
            <p:nvPr/>
          </p:nvSpPr>
          <p:spPr>
            <a:xfrm>
              <a:off x="9336240" y="2202840"/>
              <a:ext cx="190080" cy="199080"/>
            </a:xfrm>
            <a:custGeom>
              <a:avLst/>
              <a:gdLst/>
              <a:ahLst/>
              <a:cxnLst/>
              <a:rect l="l" t="t" r="r" b="b"/>
              <a:pathLst>
                <a:path w="528" h="553" extrusionOk="0">
                  <a:moveTo>
                    <a:pt x="0" y="0"/>
                  </a:moveTo>
                  <a:lnTo>
                    <a:pt x="528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9298800" y="2167200"/>
              <a:ext cx="264960" cy="270360"/>
            </a:xfrm>
            <a:custGeom>
              <a:avLst/>
              <a:gdLst/>
              <a:ahLst/>
              <a:cxnLst/>
              <a:rect l="l" t="t" r="r" b="b"/>
              <a:pathLst>
                <a:path w="736" h="751" extrusionOk="0">
                  <a:moveTo>
                    <a:pt x="527" y="751"/>
                  </a:moveTo>
                  <a:lnTo>
                    <a:pt x="736" y="553"/>
                  </a:lnTo>
                  <a:lnTo>
                    <a:pt x="208" y="0"/>
                  </a:lnTo>
                  <a:lnTo>
                    <a:pt x="0" y="198"/>
                  </a:lnTo>
                  <a:lnTo>
                    <a:pt x="527" y="751"/>
                  </a:ln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9428400" y="2303640"/>
              <a:ext cx="702000" cy="725040"/>
            </a:xfrm>
            <a:custGeom>
              <a:avLst/>
              <a:gdLst/>
              <a:ahLst/>
              <a:cxnLst/>
              <a:rect l="l" t="t" r="r" b="b"/>
              <a:pathLst>
                <a:path w="1950" h="2014" extrusionOk="0">
                  <a:moveTo>
                    <a:pt x="1950" y="1606"/>
                  </a:moveTo>
                  <a:cubicBezTo>
                    <a:pt x="1950" y="1660"/>
                    <a:pt x="1930" y="1713"/>
                    <a:pt x="1889" y="1752"/>
                  </a:cubicBezTo>
                  <a:lnTo>
                    <a:pt x="1747" y="1887"/>
                  </a:lnTo>
                  <a:lnTo>
                    <a:pt x="1671" y="1959"/>
                  </a:lnTo>
                  <a:cubicBezTo>
                    <a:pt x="1591" y="2036"/>
                    <a:pt x="1460" y="2030"/>
                    <a:pt x="1380" y="1946"/>
                  </a:cubicBezTo>
                  <a:lnTo>
                    <a:pt x="0" y="499"/>
                  </a:lnTo>
                  <a:lnTo>
                    <a:pt x="1" y="207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218" y="0"/>
                  </a:lnTo>
                  <a:lnTo>
                    <a:pt x="510" y="13"/>
                  </a:lnTo>
                  <a:lnTo>
                    <a:pt x="1890" y="1461"/>
                  </a:lnTo>
                  <a:cubicBezTo>
                    <a:pt x="1929" y="1501"/>
                    <a:pt x="1949" y="1554"/>
                    <a:pt x="1950" y="1606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9428400" y="2483280"/>
              <a:ext cx="702000" cy="545400"/>
            </a:xfrm>
            <a:custGeom>
              <a:avLst/>
              <a:gdLst/>
              <a:ahLst/>
              <a:cxnLst/>
              <a:rect l="l" t="t" r="r" b="b"/>
              <a:pathLst>
                <a:path w="1950" h="1515" extrusionOk="0">
                  <a:moveTo>
                    <a:pt x="1950" y="1107"/>
                  </a:moveTo>
                  <a:cubicBezTo>
                    <a:pt x="1950" y="1161"/>
                    <a:pt x="1930" y="1214"/>
                    <a:pt x="1889" y="1253"/>
                  </a:cubicBezTo>
                  <a:lnTo>
                    <a:pt x="1747" y="1388"/>
                  </a:lnTo>
                  <a:lnTo>
                    <a:pt x="1671" y="1460"/>
                  </a:lnTo>
                  <a:cubicBezTo>
                    <a:pt x="1591" y="1537"/>
                    <a:pt x="1460" y="1531"/>
                    <a:pt x="1380" y="1447"/>
                  </a:cubicBezTo>
                  <a:lnTo>
                    <a:pt x="0" y="0"/>
                  </a:lnTo>
                  <a:lnTo>
                    <a:pt x="1950" y="1107"/>
                  </a:lnTo>
                  <a:close/>
                </a:path>
              </a:pathLst>
            </a:custGeom>
            <a:solidFill>
              <a:srgbClr val="3E282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8338680" y="1193040"/>
              <a:ext cx="1150920" cy="1151280"/>
            </a:xfrm>
            <a:custGeom>
              <a:avLst/>
              <a:gdLst/>
              <a:ahLst/>
              <a:cxnLst/>
              <a:rect l="l" t="t" r="r" b="b"/>
              <a:pathLst>
                <a:path w="3197" h="3198" extrusionOk="0">
                  <a:moveTo>
                    <a:pt x="3197" y="1599"/>
                  </a:moveTo>
                  <a:cubicBezTo>
                    <a:pt x="3197" y="2404"/>
                    <a:pt x="2602" y="3070"/>
                    <a:pt x="1828" y="3181"/>
                  </a:cubicBezTo>
                  <a:cubicBezTo>
                    <a:pt x="1754" y="3192"/>
                    <a:pt x="1677" y="3198"/>
                    <a:pt x="1599" y="3198"/>
                  </a:cubicBezTo>
                  <a:cubicBezTo>
                    <a:pt x="1278" y="3198"/>
                    <a:pt x="979" y="3103"/>
                    <a:pt x="729" y="2940"/>
                  </a:cubicBezTo>
                  <a:cubicBezTo>
                    <a:pt x="622" y="2871"/>
                    <a:pt x="524" y="2789"/>
                    <a:pt x="437" y="2698"/>
                  </a:cubicBezTo>
                  <a:cubicBezTo>
                    <a:pt x="306" y="2558"/>
                    <a:pt x="198" y="2396"/>
                    <a:pt x="124" y="2216"/>
                  </a:cubicBezTo>
                  <a:cubicBezTo>
                    <a:pt x="44" y="2026"/>
                    <a:pt x="0" y="1818"/>
                    <a:pt x="0" y="1599"/>
                  </a:cubicBezTo>
                  <a:cubicBezTo>
                    <a:pt x="0" y="725"/>
                    <a:pt x="702" y="14"/>
                    <a:pt x="1573" y="1"/>
                  </a:cubicBezTo>
                  <a:cubicBezTo>
                    <a:pt x="1581" y="0"/>
                    <a:pt x="1590" y="0"/>
                    <a:pt x="1599" y="0"/>
                  </a:cubicBezTo>
                  <a:cubicBezTo>
                    <a:pt x="1789" y="0"/>
                    <a:pt x="1971" y="34"/>
                    <a:pt x="2140" y="94"/>
                  </a:cubicBezTo>
                  <a:cubicBezTo>
                    <a:pt x="2261" y="138"/>
                    <a:pt x="2374" y="195"/>
                    <a:pt x="2479" y="264"/>
                  </a:cubicBezTo>
                  <a:cubicBezTo>
                    <a:pt x="2798" y="475"/>
                    <a:pt x="3037" y="797"/>
                    <a:pt x="3141" y="1175"/>
                  </a:cubicBezTo>
                  <a:cubicBezTo>
                    <a:pt x="3178" y="1310"/>
                    <a:pt x="3197" y="1452"/>
                    <a:pt x="3197" y="1599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8264880" y="1119240"/>
              <a:ext cx="1298880" cy="1298520"/>
            </a:xfrm>
            <a:custGeom>
              <a:avLst/>
              <a:gdLst/>
              <a:ahLst/>
              <a:cxnLst/>
              <a:rect l="l" t="t" r="r" b="b"/>
              <a:pathLst>
                <a:path w="3608" h="3607" extrusionOk="0">
                  <a:moveTo>
                    <a:pt x="3152" y="2387"/>
                  </a:moveTo>
                  <a:cubicBezTo>
                    <a:pt x="2830" y="3130"/>
                    <a:pt x="1964" y="3473"/>
                    <a:pt x="1221" y="3152"/>
                  </a:cubicBezTo>
                  <a:cubicBezTo>
                    <a:pt x="478" y="2830"/>
                    <a:pt x="135" y="1964"/>
                    <a:pt x="456" y="1221"/>
                  </a:cubicBezTo>
                  <a:cubicBezTo>
                    <a:pt x="778" y="478"/>
                    <a:pt x="1644" y="135"/>
                    <a:pt x="2387" y="456"/>
                  </a:cubicBezTo>
                  <a:cubicBezTo>
                    <a:pt x="3130" y="778"/>
                    <a:pt x="3473" y="1644"/>
                    <a:pt x="3152" y="2387"/>
                  </a:cubicBezTo>
                  <a:moveTo>
                    <a:pt x="1088" y="3459"/>
                  </a:moveTo>
                  <a:cubicBezTo>
                    <a:pt x="2002" y="3854"/>
                    <a:pt x="3063" y="3434"/>
                    <a:pt x="3459" y="2520"/>
                  </a:cubicBezTo>
                  <a:cubicBezTo>
                    <a:pt x="3854" y="1606"/>
                    <a:pt x="3434" y="544"/>
                    <a:pt x="2520" y="149"/>
                  </a:cubicBezTo>
                  <a:cubicBezTo>
                    <a:pt x="1606" y="-246"/>
                    <a:pt x="544" y="174"/>
                    <a:pt x="149" y="1088"/>
                  </a:cubicBezTo>
                  <a:cubicBezTo>
                    <a:pt x="-247" y="2002"/>
                    <a:pt x="174" y="3064"/>
                    <a:pt x="1088" y="3459"/>
                  </a:cubicBezTo>
                  <a:close/>
                </a:path>
              </a:pathLst>
            </a:custGeom>
            <a:solidFill>
              <a:srgbClr val="FCB10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1" r:id="rId8"/>
    <p:sldLayoutId id="2147483662" r:id="rId9"/>
    <p:sldLayoutId id="2147483665" r:id="rId10"/>
    <p:sldLayoutId id="214748366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4"/>
          <p:cNvSpPr txBox="1">
            <a:spLocks noGrp="1"/>
          </p:cNvSpPr>
          <p:nvPr>
            <p:ph type="ctrTitle"/>
          </p:nvPr>
        </p:nvSpPr>
        <p:spPr>
          <a:xfrm>
            <a:off x="1814850" y="1633725"/>
            <a:ext cx="5514300" cy="20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+mj-lt"/>
              </a:rPr>
              <a:t>Forest Heatmap</a:t>
            </a:r>
            <a:endParaRPr sz="6000" dirty="0">
              <a:latin typeface="+mj-lt"/>
            </a:endParaRPr>
          </a:p>
        </p:txBody>
      </p:sp>
      <p:grpSp>
        <p:nvGrpSpPr>
          <p:cNvPr id="787" name="Google Shape;787;p24"/>
          <p:cNvGrpSpPr/>
          <p:nvPr/>
        </p:nvGrpSpPr>
        <p:grpSpPr>
          <a:xfrm>
            <a:off x="139544" y="-233231"/>
            <a:ext cx="8897898" cy="5075960"/>
            <a:chOff x="139544" y="-233231"/>
            <a:chExt cx="8897898" cy="5075960"/>
          </a:xfrm>
        </p:grpSpPr>
        <p:grpSp>
          <p:nvGrpSpPr>
            <p:cNvPr id="788" name="Google Shape;788;p24"/>
            <p:cNvGrpSpPr/>
            <p:nvPr/>
          </p:nvGrpSpPr>
          <p:grpSpPr>
            <a:xfrm>
              <a:off x="7825041" y="2013301"/>
              <a:ext cx="1212401" cy="1240945"/>
              <a:chOff x="8264880" y="1119240"/>
              <a:chExt cx="1865520" cy="1909440"/>
            </a:xfrm>
          </p:grpSpPr>
          <p:sp>
            <p:nvSpPr>
              <p:cNvPr id="789" name="Google Shape;789;p24"/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4"/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4"/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4"/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4"/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4"/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5" name="Google Shape;795;p24"/>
            <p:cNvGrpSpPr/>
            <p:nvPr/>
          </p:nvGrpSpPr>
          <p:grpSpPr>
            <a:xfrm rot="-899905">
              <a:off x="299513" y="3421758"/>
              <a:ext cx="795061" cy="1340934"/>
              <a:chOff x="6814440" y="1026720"/>
              <a:chExt cx="1223280" cy="2063160"/>
            </a:xfrm>
          </p:grpSpPr>
          <p:sp>
            <p:nvSpPr>
              <p:cNvPr id="796" name="Google Shape;796;p24"/>
              <p:cNvSpPr/>
              <p:nvPr/>
            </p:nvSpPr>
            <p:spPr>
              <a:xfrm>
                <a:off x="6814440" y="1026720"/>
                <a:ext cx="1223280" cy="1574640"/>
              </a:xfrm>
              <a:custGeom>
                <a:avLst/>
                <a:gdLst/>
                <a:ahLst/>
                <a:cxnLst/>
                <a:rect l="l" t="t" r="r" b="b"/>
                <a:pathLst>
                  <a:path w="3398" h="4374" extrusionOk="0">
                    <a:moveTo>
                      <a:pt x="3398" y="1699"/>
                    </a:moveTo>
                    <a:cubicBezTo>
                      <a:pt x="3398" y="761"/>
                      <a:pt x="2638" y="0"/>
                      <a:pt x="1699" y="0"/>
                    </a:cubicBezTo>
                    <a:cubicBezTo>
                      <a:pt x="761" y="0"/>
                      <a:pt x="0" y="761"/>
                      <a:pt x="0" y="1699"/>
                    </a:cubicBezTo>
                    <a:cubicBezTo>
                      <a:pt x="0" y="2031"/>
                      <a:pt x="95" y="2339"/>
                      <a:pt x="259" y="2600"/>
                    </a:cubicBezTo>
                    <a:lnTo>
                      <a:pt x="258" y="2601"/>
                    </a:lnTo>
                    <a:cubicBezTo>
                      <a:pt x="258" y="2601"/>
                      <a:pt x="267" y="2613"/>
                      <a:pt x="281" y="2635"/>
                    </a:cubicBezTo>
                    <a:cubicBezTo>
                      <a:pt x="286" y="2642"/>
                      <a:pt x="291" y="2650"/>
                      <a:pt x="295" y="2657"/>
                    </a:cubicBezTo>
                    <a:cubicBezTo>
                      <a:pt x="436" y="2870"/>
                      <a:pt x="927" y="3665"/>
                      <a:pt x="927" y="4374"/>
                    </a:cubicBezTo>
                    <a:lnTo>
                      <a:pt x="1467" y="4374"/>
                    </a:lnTo>
                    <a:lnTo>
                      <a:pt x="2034" y="4374"/>
                    </a:lnTo>
                    <a:lnTo>
                      <a:pt x="2473" y="4374"/>
                    </a:lnTo>
                    <a:cubicBezTo>
                      <a:pt x="2473" y="3547"/>
                      <a:pt x="3142" y="2601"/>
                      <a:pt x="3142" y="2601"/>
                    </a:cubicBezTo>
                    <a:lnTo>
                      <a:pt x="3140" y="2600"/>
                    </a:lnTo>
                    <a:cubicBezTo>
                      <a:pt x="3304" y="2339"/>
                      <a:pt x="3398" y="2030"/>
                      <a:pt x="3398" y="169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4"/>
              <p:cNvSpPr/>
              <p:nvPr/>
            </p:nvSpPr>
            <p:spPr>
              <a:xfrm>
                <a:off x="7145280" y="2540880"/>
                <a:ext cx="576720" cy="412560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146" extrusionOk="0">
                    <a:moveTo>
                      <a:pt x="935" y="0"/>
                    </a:moveTo>
                    <a:lnTo>
                      <a:pt x="667" y="0"/>
                    </a:lnTo>
                    <a:lnTo>
                      <a:pt x="0" y="0"/>
                    </a:lnTo>
                    <a:lnTo>
                      <a:pt x="0" y="794"/>
                    </a:lnTo>
                    <a:lnTo>
                      <a:pt x="427" y="1146"/>
                    </a:lnTo>
                    <a:lnTo>
                      <a:pt x="667" y="1146"/>
                    </a:lnTo>
                    <a:lnTo>
                      <a:pt x="935" y="1146"/>
                    </a:lnTo>
                    <a:lnTo>
                      <a:pt x="1176" y="1146"/>
                    </a:lnTo>
                    <a:lnTo>
                      <a:pt x="1602" y="794"/>
                    </a:lnTo>
                    <a:lnTo>
                      <a:pt x="1602" y="0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4"/>
              <p:cNvSpPr/>
              <p:nvPr/>
            </p:nvSpPr>
            <p:spPr>
              <a:xfrm>
                <a:off x="7115040" y="1859400"/>
                <a:ext cx="583200" cy="66132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837" extrusionOk="0">
                    <a:moveTo>
                      <a:pt x="1068" y="53"/>
                    </a:moveTo>
                    <a:cubicBezTo>
                      <a:pt x="1066" y="53"/>
                      <a:pt x="1065" y="53"/>
                      <a:pt x="1063" y="53"/>
                    </a:cubicBezTo>
                    <a:cubicBezTo>
                      <a:pt x="1003" y="54"/>
                      <a:pt x="964" y="76"/>
                      <a:pt x="953" y="114"/>
                    </a:cubicBezTo>
                    <a:cubicBezTo>
                      <a:pt x="936" y="173"/>
                      <a:pt x="983" y="255"/>
                      <a:pt x="1062" y="305"/>
                    </a:cubicBezTo>
                    <a:cubicBezTo>
                      <a:pt x="1083" y="319"/>
                      <a:pt x="1104" y="329"/>
                      <a:pt x="1125" y="336"/>
                    </a:cubicBezTo>
                    <a:cubicBezTo>
                      <a:pt x="1164" y="258"/>
                      <a:pt x="1180" y="177"/>
                      <a:pt x="1165" y="122"/>
                    </a:cubicBezTo>
                    <a:cubicBezTo>
                      <a:pt x="1153" y="76"/>
                      <a:pt x="1120" y="53"/>
                      <a:pt x="1068" y="53"/>
                    </a:cubicBezTo>
                    <a:moveTo>
                      <a:pt x="584" y="37"/>
                    </a:moveTo>
                    <a:cubicBezTo>
                      <a:pt x="546" y="37"/>
                      <a:pt x="506" y="55"/>
                      <a:pt x="481" y="86"/>
                    </a:cubicBezTo>
                    <a:cubicBezTo>
                      <a:pt x="432" y="148"/>
                      <a:pt x="446" y="245"/>
                      <a:pt x="518" y="356"/>
                    </a:cubicBezTo>
                    <a:cubicBezTo>
                      <a:pt x="584" y="336"/>
                      <a:pt x="634" y="286"/>
                      <a:pt x="667" y="207"/>
                    </a:cubicBezTo>
                    <a:cubicBezTo>
                      <a:pt x="695" y="134"/>
                      <a:pt x="684" y="77"/>
                      <a:pt x="638" y="50"/>
                    </a:cubicBezTo>
                    <a:cubicBezTo>
                      <a:pt x="622" y="41"/>
                      <a:pt x="603" y="37"/>
                      <a:pt x="584" y="37"/>
                    </a:cubicBezTo>
                    <a:moveTo>
                      <a:pt x="449" y="1837"/>
                    </a:moveTo>
                    <a:lnTo>
                      <a:pt x="0" y="165"/>
                    </a:lnTo>
                    <a:lnTo>
                      <a:pt x="43" y="199"/>
                    </a:lnTo>
                    <a:cubicBezTo>
                      <a:pt x="46" y="201"/>
                      <a:pt x="287" y="388"/>
                      <a:pt x="479" y="364"/>
                    </a:cubicBezTo>
                    <a:cubicBezTo>
                      <a:pt x="375" y="198"/>
                      <a:pt x="422" y="101"/>
                      <a:pt x="452" y="63"/>
                    </a:cubicBezTo>
                    <a:cubicBezTo>
                      <a:pt x="500" y="2"/>
                      <a:pt x="592" y="-18"/>
                      <a:pt x="656" y="18"/>
                    </a:cubicBezTo>
                    <a:cubicBezTo>
                      <a:pt x="719" y="54"/>
                      <a:pt x="736" y="129"/>
                      <a:pt x="702" y="220"/>
                    </a:cubicBezTo>
                    <a:cubicBezTo>
                      <a:pt x="666" y="306"/>
                      <a:pt x="611" y="362"/>
                      <a:pt x="540" y="388"/>
                    </a:cubicBezTo>
                    <a:cubicBezTo>
                      <a:pt x="560" y="415"/>
                      <a:pt x="583" y="443"/>
                      <a:pt x="609" y="472"/>
                    </a:cubicBezTo>
                    <a:cubicBezTo>
                      <a:pt x="738" y="611"/>
                      <a:pt x="859" y="588"/>
                      <a:pt x="938" y="544"/>
                    </a:cubicBezTo>
                    <a:cubicBezTo>
                      <a:pt x="1008" y="505"/>
                      <a:pt x="1067" y="439"/>
                      <a:pt x="1108" y="368"/>
                    </a:cubicBezTo>
                    <a:cubicBezTo>
                      <a:pt x="1078" y="358"/>
                      <a:pt x="1056" y="345"/>
                      <a:pt x="1042" y="336"/>
                    </a:cubicBezTo>
                    <a:cubicBezTo>
                      <a:pt x="948" y="277"/>
                      <a:pt x="896" y="180"/>
                      <a:pt x="917" y="104"/>
                    </a:cubicBezTo>
                    <a:cubicBezTo>
                      <a:pt x="933" y="49"/>
                      <a:pt x="986" y="17"/>
                      <a:pt x="1063" y="16"/>
                    </a:cubicBezTo>
                    <a:cubicBezTo>
                      <a:pt x="1134" y="14"/>
                      <a:pt x="1183" y="49"/>
                      <a:pt x="1201" y="112"/>
                    </a:cubicBezTo>
                    <a:cubicBezTo>
                      <a:pt x="1217" y="174"/>
                      <a:pt x="1202" y="262"/>
                      <a:pt x="1161" y="347"/>
                    </a:cubicBezTo>
                    <a:cubicBezTo>
                      <a:pt x="1344" y="388"/>
                      <a:pt x="1522" y="250"/>
                      <a:pt x="1579" y="200"/>
                    </a:cubicBezTo>
                    <a:lnTo>
                      <a:pt x="1620" y="164"/>
                    </a:lnTo>
                    <a:lnTo>
                      <a:pt x="1286" y="1835"/>
                    </a:lnTo>
                    <a:lnTo>
                      <a:pt x="1250" y="1828"/>
                    </a:lnTo>
                    <a:lnTo>
                      <a:pt x="1563" y="261"/>
                    </a:lnTo>
                    <a:cubicBezTo>
                      <a:pt x="1387" y="398"/>
                      <a:pt x="1240" y="403"/>
                      <a:pt x="1145" y="379"/>
                    </a:cubicBezTo>
                    <a:cubicBezTo>
                      <a:pt x="1100" y="459"/>
                      <a:pt x="1035" y="533"/>
                      <a:pt x="956" y="577"/>
                    </a:cubicBezTo>
                    <a:cubicBezTo>
                      <a:pt x="828" y="648"/>
                      <a:pt x="695" y="619"/>
                      <a:pt x="582" y="497"/>
                    </a:cubicBezTo>
                    <a:cubicBezTo>
                      <a:pt x="550" y="462"/>
                      <a:pt x="523" y="429"/>
                      <a:pt x="501" y="398"/>
                    </a:cubicBezTo>
                    <a:cubicBezTo>
                      <a:pt x="339" y="429"/>
                      <a:pt x="147" y="316"/>
                      <a:pt x="63" y="259"/>
                    </a:cubicBezTo>
                    <a:lnTo>
                      <a:pt x="485" y="1827"/>
                    </a:lnTo>
                    <a:lnTo>
                      <a:pt x="449" y="1837"/>
                    </a:lnTo>
                    <a:close/>
                  </a:path>
                </a:pathLst>
              </a:custGeom>
              <a:solidFill>
                <a:srgbClr val="3E282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4"/>
              <p:cNvSpPr/>
              <p:nvPr/>
            </p:nvSpPr>
            <p:spPr>
              <a:xfrm>
                <a:off x="7079040" y="2500560"/>
                <a:ext cx="70956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5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6"/>
                      <a:pt x="0" y="102"/>
                    </a:cubicBezTo>
                    <a:cubicBezTo>
                      <a:pt x="0" y="159"/>
                      <a:pt x="49" y="205"/>
                      <a:pt x="110" y="205"/>
                    </a:cubicBezTo>
                    <a:lnTo>
                      <a:pt x="1861" y="205"/>
                    </a:lnTo>
                    <a:cubicBezTo>
                      <a:pt x="1922" y="205"/>
                      <a:pt x="1971" y="159"/>
                      <a:pt x="1971" y="102"/>
                    </a:cubicBezTo>
                    <a:cubicBezTo>
                      <a:pt x="1971" y="46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800" rIns="90000" bIns="28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4"/>
              <p:cNvSpPr/>
              <p:nvPr/>
            </p:nvSpPr>
            <p:spPr>
              <a:xfrm>
                <a:off x="7079040" y="2613600"/>
                <a:ext cx="70956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4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6"/>
                      <a:pt x="0" y="102"/>
                    </a:cubicBezTo>
                    <a:cubicBezTo>
                      <a:pt x="0" y="159"/>
                      <a:pt x="49" y="204"/>
                      <a:pt x="110" y="204"/>
                    </a:cubicBezTo>
                    <a:lnTo>
                      <a:pt x="1861" y="204"/>
                    </a:lnTo>
                    <a:cubicBezTo>
                      <a:pt x="1922" y="204"/>
                      <a:pt x="1971" y="159"/>
                      <a:pt x="1971" y="102"/>
                    </a:cubicBezTo>
                    <a:cubicBezTo>
                      <a:pt x="1971" y="46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4"/>
              <p:cNvSpPr/>
              <p:nvPr/>
            </p:nvSpPr>
            <p:spPr>
              <a:xfrm>
                <a:off x="7079040" y="2726640"/>
                <a:ext cx="70956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4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5"/>
                      <a:pt x="0" y="102"/>
                    </a:cubicBezTo>
                    <a:cubicBezTo>
                      <a:pt x="0" y="158"/>
                      <a:pt x="49" y="204"/>
                      <a:pt x="110" y="204"/>
                    </a:cubicBezTo>
                    <a:lnTo>
                      <a:pt x="1861" y="204"/>
                    </a:lnTo>
                    <a:cubicBezTo>
                      <a:pt x="1922" y="204"/>
                      <a:pt x="1971" y="158"/>
                      <a:pt x="1971" y="102"/>
                    </a:cubicBezTo>
                    <a:cubicBezTo>
                      <a:pt x="1971" y="45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4"/>
              <p:cNvSpPr/>
              <p:nvPr/>
            </p:nvSpPr>
            <p:spPr>
              <a:xfrm>
                <a:off x="7299000" y="2953440"/>
                <a:ext cx="269280" cy="13644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379" extrusionOk="0">
                    <a:moveTo>
                      <a:pt x="0" y="0"/>
                    </a:moveTo>
                    <a:lnTo>
                      <a:pt x="0" y="5"/>
                    </a:lnTo>
                    <a:cubicBezTo>
                      <a:pt x="0" y="211"/>
                      <a:pt x="168" y="379"/>
                      <a:pt x="374" y="379"/>
                    </a:cubicBezTo>
                    <a:cubicBezTo>
                      <a:pt x="581" y="379"/>
                      <a:pt x="748" y="211"/>
                      <a:pt x="748" y="5"/>
                    </a:cubicBezTo>
                    <a:lnTo>
                      <a:pt x="7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24"/>
            <p:cNvGrpSpPr/>
            <p:nvPr/>
          </p:nvGrpSpPr>
          <p:grpSpPr>
            <a:xfrm>
              <a:off x="3704573" y="-233231"/>
              <a:ext cx="1408745" cy="850581"/>
              <a:chOff x="3704573" y="-233231"/>
              <a:chExt cx="1408745" cy="850581"/>
            </a:xfrm>
          </p:grpSpPr>
          <p:sp>
            <p:nvSpPr>
              <p:cNvPr id="804" name="Google Shape;804;p24"/>
              <p:cNvSpPr/>
              <p:nvPr/>
            </p:nvSpPr>
            <p:spPr>
              <a:xfrm>
                <a:off x="3704573" y="-233231"/>
                <a:ext cx="834349" cy="826230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4"/>
              <p:cNvSpPr/>
              <p:nvPr/>
            </p:nvSpPr>
            <p:spPr>
              <a:xfrm>
                <a:off x="4648285" y="156849"/>
                <a:ext cx="465034" cy="460502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6" name="Google Shape;806;p24"/>
          <p:cNvSpPr txBox="1"/>
          <p:nvPr/>
        </p:nvSpPr>
        <p:spPr>
          <a:xfrm>
            <a:off x="6103435" y="916788"/>
            <a:ext cx="2207942" cy="4605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+mj-lt"/>
                <a:ea typeface="Days One"/>
                <a:cs typeface="Days One"/>
                <a:sym typeface="Days One"/>
              </a:rPr>
              <a:t>ZebraHack3.0</a:t>
            </a:r>
            <a:endParaRPr sz="2000" dirty="0">
              <a:solidFill>
                <a:schemeClr val="dk1"/>
              </a:solidFill>
              <a:latin typeface="+mj-lt"/>
              <a:ea typeface="Days One"/>
              <a:cs typeface="Days One"/>
              <a:sym typeface="Days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6"/>
          <p:cNvSpPr txBox="1">
            <a:spLocks noGrp="1"/>
          </p:cNvSpPr>
          <p:nvPr>
            <p:ph type="title" idx="15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Cine suntem noi?</a:t>
            </a:r>
            <a:endParaRPr dirty="0">
              <a:latin typeface="+mj-lt"/>
            </a:endParaRPr>
          </a:p>
        </p:txBody>
      </p:sp>
      <p:sp>
        <p:nvSpPr>
          <p:cNvPr id="824" name="Google Shape;824;p26"/>
          <p:cNvSpPr txBox="1">
            <a:spLocks noGrp="1"/>
          </p:cNvSpPr>
          <p:nvPr>
            <p:ph type="subTitle" idx="4"/>
          </p:nvPr>
        </p:nvSpPr>
        <p:spPr>
          <a:xfrm>
            <a:off x="4876102" y="1932878"/>
            <a:ext cx="3193147" cy="25014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Gaiță</a:t>
            </a:r>
            <a:r>
              <a:rPr lang="en-US" b="1" dirty="0"/>
              <a:t>-Lukacs</a:t>
            </a:r>
            <a:r>
              <a:rPr lang="en" b="1" dirty="0">
                <a:latin typeface="+mj-lt"/>
              </a:rPr>
              <a:t> Alexandru </a:t>
            </a:r>
            <a:r>
              <a:rPr lang="en" dirty="0">
                <a:latin typeface="+mj-lt"/>
              </a:rPr>
              <a:t>– logica de implementare </a:t>
            </a:r>
            <a:r>
              <a:rPr lang="en-US" dirty="0" err="1"/>
              <a:t>și</a:t>
            </a:r>
            <a:r>
              <a:rPr lang="en" dirty="0">
                <a:latin typeface="+mj-lt"/>
              </a:rPr>
              <a:t> heatmap</a:t>
            </a:r>
          </a:p>
          <a:p>
            <a:pPr marL="0" lvl="0" indent="0"/>
            <a:r>
              <a:rPr lang="en" b="1" dirty="0">
                <a:latin typeface="+mj-lt"/>
              </a:rPr>
              <a:t>Stan </a:t>
            </a:r>
            <a:r>
              <a:rPr lang="en-US" b="1" dirty="0">
                <a:latin typeface="+mn-lt"/>
              </a:rPr>
              <a:t>Dragoș</a:t>
            </a:r>
            <a:r>
              <a:rPr lang="en" b="1" dirty="0">
                <a:latin typeface="+mj-lt"/>
              </a:rPr>
              <a:t> </a:t>
            </a:r>
            <a:r>
              <a:rPr lang="en" dirty="0">
                <a:latin typeface="+mj-lt"/>
              </a:rPr>
              <a:t>– </a:t>
            </a:r>
            <a:r>
              <a:rPr lang="en-US" dirty="0" err="1"/>
              <a:t>funcționalități</a:t>
            </a:r>
            <a:r>
              <a:rPr lang="en" dirty="0">
                <a:latin typeface="+mj-lt"/>
              </a:rPr>
              <a:t> pentru pop-up la companii</a:t>
            </a:r>
          </a:p>
          <a:p>
            <a:pPr marL="0" lvl="0" indent="0"/>
            <a:r>
              <a:rPr lang="en-US" b="1" dirty="0"/>
              <a:t>Pîrvu</a:t>
            </a:r>
            <a:r>
              <a:rPr lang="en" b="1" dirty="0">
                <a:latin typeface="+mj-lt"/>
              </a:rPr>
              <a:t> Andrei </a:t>
            </a:r>
            <a:r>
              <a:rPr lang="en" dirty="0">
                <a:latin typeface="+mj-lt"/>
              </a:rPr>
              <a:t>– styling , link </a:t>
            </a:r>
            <a:r>
              <a:rPr lang="en-US" dirty="0" err="1"/>
              <a:t>între</a:t>
            </a:r>
            <a:r>
              <a:rPr lang="en-US" dirty="0"/>
              <a:t> </a:t>
            </a:r>
            <a:r>
              <a:rPr lang="en-US" dirty="0" err="1"/>
              <a:t>pagini</a:t>
            </a:r>
            <a:r>
              <a:rPr lang="en-US" dirty="0"/>
              <a:t> </a:t>
            </a:r>
            <a:r>
              <a:rPr lang="en-US" dirty="0" err="1"/>
              <a:t>și</a:t>
            </a:r>
            <a:r>
              <a:rPr lang="en" dirty="0">
                <a:latin typeface="+mj-lt"/>
              </a:rPr>
              <a:t> API </a:t>
            </a:r>
          </a:p>
          <a:p>
            <a:pPr marL="0" lvl="0" indent="0"/>
            <a:r>
              <a:rPr lang="it-IT" b="1" dirty="0"/>
              <a:t>Solca Andrei </a:t>
            </a:r>
            <a:r>
              <a:rPr lang="it-IT" dirty="0"/>
              <a:t>-  crearea de index file, organizarea codului și prezentarea aceasta</a:t>
            </a:r>
            <a:endParaRPr dirty="0">
              <a:latin typeface="+mj-lt"/>
            </a:endParaRPr>
          </a:p>
        </p:txBody>
      </p:sp>
      <p:sp>
        <p:nvSpPr>
          <p:cNvPr id="833" name="Google Shape;833;p26"/>
          <p:cNvSpPr/>
          <p:nvPr/>
        </p:nvSpPr>
        <p:spPr>
          <a:xfrm>
            <a:off x="113525" y="1005538"/>
            <a:ext cx="731396" cy="724280"/>
          </a:xfrm>
          <a:custGeom>
            <a:avLst/>
            <a:gdLst/>
            <a:ahLst/>
            <a:cxnLst/>
            <a:rect l="l" t="t" r="r" b="b"/>
            <a:pathLst>
              <a:path w="4515" h="4471" extrusionOk="0">
                <a:moveTo>
                  <a:pt x="1821" y="3126"/>
                </a:moveTo>
                <a:cubicBezTo>
                  <a:pt x="1330" y="2885"/>
                  <a:pt x="1126" y="2290"/>
                  <a:pt x="1367" y="1799"/>
                </a:cubicBezTo>
                <a:cubicBezTo>
                  <a:pt x="1608" y="1308"/>
                  <a:pt x="2204" y="1105"/>
                  <a:pt x="2695" y="1345"/>
                </a:cubicBezTo>
                <a:cubicBezTo>
                  <a:pt x="3186" y="1587"/>
                  <a:pt x="3389" y="2182"/>
                  <a:pt x="3148" y="2673"/>
                </a:cubicBezTo>
                <a:cubicBezTo>
                  <a:pt x="2907" y="3164"/>
                  <a:pt x="2312" y="3367"/>
                  <a:pt x="1821" y="3126"/>
                </a:cubicBezTo>
                <a:moveTo>
                  <a:pt x="3878" y="3808"/>
                </a:moveTo>
                <a:cubicBezTo>
                  <a:pt x="4043" y="3638"/>
                  <a:pt x="4179" y="3444"/>
                  <a:pt x="4284" y="3230"/>
                </a:cubicBezTo>
                <a:lnTo>
                  <a:pt x="4287" y="3225"/>
                </a:lnTo>
                <a:lnTo>
                  <a:pt x="3946" y="3058"/>
                </a:lnTo>
                <a:cubicBezTo>
                  <a:pt x="4035" y="2876"/>
                  <a:pt x="4091" y="2687"/>
                  <a:pt x="4118" y="2496"/>
                </a:cubicBezTo>
                <a:lnTo>
                  <a:pt x="4494" y="2549"/>
                </a:lnTo>
                <a:cubicBezTo>
                  <a:pt x="4526" y="2315"/>
                  <a:pt x="4522" y="2077"/>
                  <a:pt x="4481" y="1843"/>
                </a:cubicBezTo>
                <a:lnTo>
                  <a:pt x="4106" y="1909"/>
                </a:lnTo>
                <a:cubicBezTo>
                  <a:pt x="4072" y="1716"/>
                  <a:pt x="4007" y="1528"/>
                  <a:pt x="3915" y="1354"/>
                </a:cubicBezTo>
                <a:lnTo>
                  <a:pt x="4251" y="1176"/>
                </a:lnTo>
                <a:cubicBezTo>
                  <a:pt x="4139" y="966"/>
                  <a:pt x="3996" y="776"/>
                  <a:pt x="3826" y="612"/>
                </a:cubicBezTo>
                <a:lnTo>
                  <a:pt x="3562" y="885"/>
                </a:lnTo>
                <a:cubicBezTo>
                  <a:pt x="3425" y="752"/>
                  <a:pt x="3266" y="638"/>
                  <a:pt x="3085" y="550"/>
                </a:cubicBezTo>
                <a:cubicBezTo>
                  <a:pt x="3084" y="549"/>
                  <a:pt x="3083" y="549"/>
                  <a:pt x="3081" y="548"/>
                </a:cubicBezTo>
                <a:lnTo>
                  <a:pt x="3248" y="207"/>
                </a:lnTo>
                <a:cubicBezTo>
                  <a:pt x="3034" y="103"/>
                  <a:pt x="2807" y="33"/>
                  <a:pt x="2573" y="0"/>
                </a:cubicBezTo>
                <a:lnTo>
                  <a:pt x="2520" y="376"/>
                </a:lnTo>
                <a:cubicBezTo>
                  <a:pt x="2323" y="349"/>
                  <a:pt x="2125" y="353"/>
                  <a:pt x="1933" y="387"/>
                </a:cubicBezTo>
                <a:lnTo>
                  <a:pt x="1867" y="13"/>
                </a:lnTo>
                <a:cubicBezTo>
                  <a:pt x="1633" y="54"/>
                  <a:pt x="1409" y="131"/>
                  <a:pt x="1200" y="242"/>
                </a:cubicBezTo>
                <a:lnTo>
                  <a:pt x="1378" y="578"/>
                </a:lnTo>
                <a:cubicBezTo>
                  <a:pt x="1205" y="669"/>
                  <a:pt x="1046" y="787"/>
                  <a:pt x="908" y="930"/>
                </a:cubicBezTo>
                <a:lnTo>
                  <a:pt x="635" y="666"/>
                </a:lnTo>
                <a:cubicBezTo>
                  <a:pt x="472" y="835"/>
                  <a:pt x="336" y="1029"/>
                  <a:pt x="232" y="1241"/>
                </a:cubicBezTo>
                <a:lnTo>
                  <a:pt x="230" y="1244"/>
                </a:lnTo>
                <a:lnTo>
                  <a:pt x="571" y="1409"/>
                </a:lnTo>
                <a:cubicBezTo>
                  <a:pt x="482" y="1592"/>
                  <a:pt x="425" y="1782"/>
                  <a:pt x="398" y="1972"/>
                </a:cubicBezTo>
                <a:lnTo>
                  <a:pt x="23" y="1919"/>
                </a:lnTo>
                <a:cubicBezTo>
                  <a:pt x="-11" y="2153"/>
                  <a:pt x="-7" y="2391"/>
                  <a:pt x="35" y="2625"/>
                </a:cubicBezTo>
                <a:lnTo>
                  <a:pt x="409" y="2559"/>
                </a:lnTo>
                <a:cubicBezTo>
                  <a:pt x="443" y="2753"/>
                  <a:pt x="507" y="2941"/>
                  <a:pt x="599" y="3115"/>
                </a:cubicBezTo>
                <a:lnTo>
                  <a:pt x="263" y="3293"/>
                </a:lnTo>
                <a:cubicBezTo>
                  <a:pt x="374" y="3503"/>
                  <a:pt x="517" y="3693"/>
                  <a:pt x="687" y="3857"/>
                </a:cubicBezTo>
                <a:lnTo>
                  <a:pt x="951" y="3585"/>
                </a:lnTo>
                <a:cubicBezTo>
                  <a:pt x="1089" y="3718"/>
                  <a:pt x="1249" y="3833"/>
                  <a:pt x="1430" y="3922"/>
                </a:cubicBezTo>
                <a:cubicBezTo>
                  <a:pt x="1431" y="3922"/>
                  <a:pt x="1431" y="3922"/>
                  <a:pt x="1432" y="3923"/>
                </a:cubicBezTo>
                <a:lnTo>
                  <a:pt x="1265" y="4263"/>
                </a:lnTo>
                <a:cubicBezTo>
                  <a:pt x="1479" y="4367"/>
                  <a:pt x="1705" y="4438"/>
                  <a:pt x="1939" y="4471"/>
                </a:cubicBezTo>
                <a:lnTo>
                  <a:pt x="1993" y="4095"/>
                </a:lnTo>
                <a:cubicBezTo>
                  <a:pt x="2190" y="4123"/>
                  <a:pt x="2388" y="4119"/>
                  <a:pt x="2580" y="4085"/>
                </a:cubicBezTo>
                <a:lnTo>
                  <a:pt x="2645" y="4460"/>
                </a:lnTo>
                <a:cubicBezTo>
                  <a:pt x="2879" y="4419"/>
                  <a:pt x="3103" y="4342"/>
                  <a:pt x="3313" y="4231"/>
                </a:cubicBezTo>
                <a:lnTo>
                  <a:pt x="3135" y="3895"/>
                </a:lnTo>
                <a:cubicBezTo>
                  <a:pt x="3308" y="3804"/>
                  <a:pt x="3467" y="3686"/>
                  <a:pt x="3606" y="3544"/>
                </a:cubicBezTo>
                <a:lnTo>
                  <a:pt x="3878" y="3808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Imagine 22" descr="O imagine care conține persoană, copac, drumeție, îmbrăcăminte&#10;&#10;Conținutul generat de inteligența artificială poate fi incorect.">
            <a:extLst>
              <a:ext uri="{FF2B5EF4-FFF2-40B4-BE49-F238E27FC236}">
                <a16:creationId xmlns:a16="http://schemas.microsoft.com/office/drawing/2014/main" id="{3878AECE-6C2B-15E6-C47C-DCB75BAA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176" y="1873404"/>
            <a:ext cx="3271724" cy="23287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7"/>
          <p:cNvSpPr txBox="1">
            <a:spLocks noGrp="1"/>
          </p:cNvSpPr>
          <p:nvPr>
            <p:ph type="subTitle" idx="1"/>
          </p:nvPr>
        </p:nvSpPr>
        <p:spPr>
          <a:xfrm>
            <a:off x="896400" y="1812275"/>
            <a:ext cx="7243990" cy="2335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</a:rPr>
              <a:t>Lucrul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în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echipă</a:t>
            </a:r>
            <a:r>
              <a:rPr lang="en-US" sz="2000" dirty="0">
                <a:latin typeface="+mn-lt"/>
              </a:rPr>
              <a:t> a </a:t>
            </a:r>
            <a:r>
              <a:rPr lang="en-US" sz="2000" dirty="0" err="1">
                <a:latin typeface="+mn-lt"/>
              </a:rPr>
              <a:t>fost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reprezentat</a:t>
            </a:r>
            <a:r>
              <a:rPr lang="en-US" sz="2000" dirty="0">
                <a:latin typeface="+mn-lt"/>
              </a:rPr>
              <a:t> de </a:t>
            </a:r>
            <a:r>
              <a:rPr lang="en-US" sz="2000" dirty="0" err="1">
                <a:latin typeface="+mn-lt"/>
              </a:rPr>
              <a:t>comunicare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constantă</a:t>
            </a:r>
            <a:r>
              <a:rPr lang="en-US" sz="2000" dirty="0">
                <a:latin typeface="+mn-lt"/>
              </a:rPr>
              <a:t>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Am </a:t>
            </a:r>
            <a:r>
              <a:rPr lang="en-US" sz="2000" dirty="0" err="1">
                <a:latin typeface="+mn-lt"/>
              </a:rPr>
              <a:t>primit</a:t>
            </a:r>
            <a:r>
              <a:rPr lang="en-US" sz="2000" dirty="0">
                <a:latin typeface="+mn-lt"/>
              </a:rPr>
              <a:t> feedback </a:t>
            </a:r>
            <a:r>
              <a:rPr lang="en-US" sz="2000" dirty="0" err="1">
                <a:latin typeface="+mn-lt"/>
              </a:rPr>
              <a:t>unii</a:t>
            </a:r>
            <a:r>
              <a:rPr lang="en-US" sz="2000" dirty="0">
                <a:latin typeface="+mn-lt"/>
              </a:rPr>
              <a:t> de la </a:t>
            </a:r>
            <a:r>
              <a:rPr lang="en-US" sz="2000" dirty="0" err="1">
                <a:latin typeface="+mn-lt"/>
              </a:rPr>
              <a:t>alții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pentru</a:t>
            </a:r>
            <a:r>
              <a:rPr lang="en-US" sz="2000" dirty="0">
                <a:latin typeface="+mn-lt"/>
              </a:rPr>
              <a:t> a </a:t>
            </a:r>
            <a:r>
              <a:rPr lang="en-US" sz="2000" dirty="0" err="1">
                <a:latin typeface="+mn-lt"/>
              </a:rPr>
              <a:t>schimba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opinii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/>
              <a:t>ș</a:t>
            </a:r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viziuni</a:t>
            </a:r>
            <a:endParaRPr lang="en-US" sz="2000" dirty="0">
              <a:latin typeface="+mn-lt"/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Am </a:t>
            </a:r>
            <a:r>
              <a:rPr lang="en-US" sz="2000" dirty="0" err="1">
                <a:latin typeface="+mn-lt"/>
              </a:rPr>
              <a:t>cerut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părerea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mentorilor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ori</a:t>
            </a:r>
            <a:r>
              <a:rPr lang="en-US" sz="2000" dirty="0">
                <a:latin typeface="+mn-lt"/>
              </a:rPr>
              <a:t> de </a:t>
            </a:r>
            <a:r>
              <a:rPr lang="en-US" sz="2000" dirty="0" err="1">
                <a:latin typeface="+mn-lt"/>
              </a:rPr>
              <a:t>câte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ori</a:t>
            </a:r>
            <a:r>
              <a:rPr lang="en-US" sz="2000" dirty="0">
                <a:latin typeface="+mn-lt"/>
              </a:rPr>
              <a:t> am </a:t>
            </a:r>
            <a:r>
              <a:rPr lang="en-US" sz="2000" dirty="0" err="1">
                <a:latin typeface="+mn-lt"/>
              </a:rPr>
              <a:t>simțit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că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este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nevoie</a:t>
            </a:r>
            <a:endParaRPr lang="en-US" sz="2000" dirty="0">
              <a:latin typeface="+mn-l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Am </a:t>
            </a:r>
            <a:r>
              <a:rPr lang="en-US" sz="2000" dirty="0" err="1">
                <a:latin typeface="+mn-lt"/>
              </a:rPr>
              <a:t>lucrat</a:t>
            </a:r>
            <a:r>
              <a:rPr lang="en-US" sz="2000" dirty="0">
                <a:latin typeface="+mn-lt"/>
              </a:rPr>
              <a:t> in GitHub</a:t>
            </a:r>
          </a:p>
        </p:txBody>
      </p:sp>
      <p:sp>
        <p:nvSpPr>
          <p:cNvPr id="839" name="Google Shape;839;p27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Lucrul in echipa</a:t>
            </a:r>
            <a:endParaRPr dirty="0"/>
          </a:p>
        </p:txBody>
      </p:sp>
      <p:grpSp>
        <p:nvGrpSpPr>
          <p:cNvPr id="841" name="Google Shape;841;p27"/>
          <p:cNvGrpSpPr/>
          <p:nvPr/>
        </p:nvGrpSpPr>
        <p:grpSpPr>
          <a:xfrm>
            <a:off x="247978" y="902744"/>
            <a:ext cx="9024608" cy="1013340"/>
            <a:chOff x="247978" y="902744"/>
            <a:chExt cx="9024608" cy="1013340"/>
          </a:xfrm>
        </p:grpSpPr>
        <p:grpSp>
          <p:nvGrpSpPr>
            <p:cNvPr id="842" name="Google Shape;842;p27"/>
            <p:cNvGrpSpPr/>
            <p:nvPr/>
          </p:nvGrpSpPr>
          <p:grpSpPr>
            <a:xfrm>
              <a:off x="8282554" y="902744"/>
              <a:ext cx="990031" cy="1013340"/>
              <a:chOff x="8264880" y="1119240"/>
              <a:chExt cx="1865520" cy="1909440"/>
            </a:xfrm>
          </p:grpSpPr>
          <p:sp>
            <p:nvSpPr>
              <p:cNvPr id="843" name="Google Shape;843;p27"/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/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7"/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27"/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27"/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27"/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" name="Google Shape;849;p27"/>
            <p:cNvSpPr/>
            <p:nvPr/>
          </p:nvSpPr>
          <p:spPr>
            <a:xfrm rot="5400000">
              <a:off x="369489" y="920615"/>
              <a:ext cx="371152" cy="614174"/>
            </a:xfrm>
            <a:custGeom>
              <a:avLst/>
              <a:gdLst/>
              <a:ahLst/>
              <a:cxnLst/>
              <a:rect l="l" t="t" r="r" b="b"/>
              <a:pathLst>
                <a:path w="1454" h="2406" extrusionOk="0">
                  <a:moveTo>
                    <a:pt x="1454" y="1260"/>
                  </a:moveTo>
                  <a:lnTo>
                    <a:pt x="727" y="0"/>
                  </a:lnTo>
                  <a:lnTo>
                    <a:pt x="0" y="1260"/>
                  </a:lnTo>
                  <a:lnTo>
                    <a:pt x="375" y="1260"/>
                  </a:lnTo>
                  <a:lnTo>
                    <a:pt x="375" y="2406"/>
                  </a:lnTo>
                  <a:lnTo>
                    <a:pt x="1079" y="2406"/>
                  </a:lnTo>
                  <a:lnTo>
                    <a:pt x="1079" y="1260"/>
                  </a:lnTo>
                  <a:lnTo>
                    <a:pt x="1454" y="1260"/>
                  </a:ln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0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 intampinate</a:t>
            </a:r>
            <a:endParaRPr dirty="0"/>
          </a:p>
        </p:txBody>
      </p:sp>
      <p:sp>
        <p:nvSpPr>
          <p:cNvPr id="893" name="Google Shape;893;p30"/>
          <p:cNvSpPr txBox="1">
            <a:spLocks noGrp="1"/>
          </p:cNvSpPr>
          <p:nvPr>
            <p:ph type="subTitle" idx="4294967295"/>
          </p:nvPr>
        </p:nvSpPr>
        <p:spPr>
          <a:xfrm>
            <a:off x="2691187" y="2324398"/>
            <a:ext cx="3233803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" sz="1800" b="1" dirty="0">
                <a:latin typeface="+mn-lt"/>
                <a:ea typeface="Days One"/>
                <a:cs typeface="Days One"/>
                <a:sym typeface="Days One"/>
              </a:rPr>
              <a:t>Confuzie </a:t>
            </a:r>
            <a:r>
              <a:rPr lang="en-US" sz="1800" b="1" dirty="0" err="1">
                <a:latin typeface="+mn-lt"/>
              </a:rPr>
              <a:t>între</a:t>
            </a:r>
            <a:r>
              <a:rPr lang="en" sz="1800" b="1" dirty="0">
                <a:latin typeface="+mn-lt"/>
                <a:ea typeface="Days One"/>
                <a:cs typeface="Days One"/>
                <a:sym typeface="Days One"/>
              </a:rPr>
              <a:t> endpoint-urile API-urilor</a:t>
            </a:r>
            <a:endParaRPr sz="1800" b="1" dirty="0">
              <a:latin typeface="+mn-lt"/>
              <a:ea typeface="Days One"/>
              <a:cs typeface="Days One"/>
              <a:sym typeface="Days One"/>
            </a:endParaRPr>
          </a:p>
        </p:txBody>
      </p:sp>
      <p:sp>
        <p:nvSpPr>
          <p:cNvPr id="937" name="Google Shape;937;p30"/>
          <p:cNvSpPr txBox="1">
            <a:spLocks noGrp="1"/>
          </p:cNvSpPr>
          <p:nvPr>
            <p:ph type="subTitle" idx="4294967295"/>
          </p:nvPr>
        </p:nvSpPr>
        <p:spPr>
          <a:xfrm>
            <a:off x="2691212" y="3104169"/>
            <a:ext cx="2914134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n-lt"/>
                <a:ea typeface="Days One"/>
                <a:cs typeface="Days One"/>
                <a:sym typeface="Days One"/>
              </a:rPr>
              <a:t>Presiunea timpului</a:t>
            </a:r>
            <a:endParaRPr sz="1800" b="1" dirty="0">
              <a:latin typeface="+mn-lt"/>
              <a:ea typeface="Days One"/>
              <a:cs typeface="Days One"/>
              <a:sym typeface="Days One"/>
            </a:endParaRPr>
          </a:p>
        </p:txBody>
      </p:sp>
      <p:sp>
        <p:nvSpPr>
          <p:cNvPr id="939" name="Google Shape;939;p30"/>
          <p:cNvSpPr txBox="1">
            <a:spLocks noGrp="1"/>
          </p:cNvSpPr>
          <p:nvPr>
            <p:ph type="subTitle" idx="4294967295"/>
          </p:nvPr>
        </p:nvSpPr>
        <p:spPr>
          <a:xfrm>
            <a:off x="2691211" y="3874475"/>
            <a:ext cx="3159461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800" b="1" dirty="0" err="1">
                <a:latin typeface="+mn-lt"/>
              </a:rPr>
              <a:t>Afișarea</a:t>
            </a:r>
            <a:r>
              <a:rPr lang="en-US" sz="1800" b="1" dirty="0">
                <a:latin typeface="+mn-lt"/>
              </a:rPr>
              <a:t> </a:t>
            </a:r>
            <a:r>
              <a:rPr lang="en-US" sz="1800" b="1" dirty="0" err="1">
                <a:latin typeface="+mn-lt"/>
              </a:rPr>
              <a:t>datelor</a:t>
            </a:r>
            <a:r>
              <a:rPr lang="en-US" sz="1800" b="1" dirty="0">
                <a:latin typeface="+mn-lt"/>
              </a:rPr>
              <a:t> </a:t>
            </a:r>
            <a:r>
              <a:rPr lang="en-US" sz="1800" b="1" dirty="0" err="1">
                <a:latin typeface="+mn-lt"/>
              </a:rPr>
              <a:t>despre</a:t>
            </a:r>
            <a:r>
              <a:rPr lang="en-US" sz="1800" b="1" dirty="0">
                <a:latin typeface="+mn-lt"/>
              </a:rPr>
              <a:t> </a:t>
            </a:r>
            <a:r>
              <a:rPr lang="en-US" sz="1800" b="1" dirty="0" err="1">
                <a:latin typeface="+mn-lt"/>
              </a:rPr>
              <a:t>companii</a:t>
            </a:r>
            <a:r>
              <a:rPr lang="en-US" sz="1800" b="1" dirty="0">
                <a:latin typeface="+mn-lt"/>
              </a:rPr>
              <a:t> </a:t>
            </a:r>
            <a:r>
              <a:rPr lang="en-US" sz="1800" b="1" dirty="0" err="1">
                <a:latin typeface="+mn-lt"/>
              </a:rPr>
              <a:t>în</a:t>
            </a:r>
            <a:r>
              <a:rPr lang="en-US" sz="1800" b="1" dirty="0">
                <a:latin typeface="+mn-lt"/>
              </a:rPr>
              <a:t> </a:t>
            </a:r>
            <a:r>
              <a:rPr lang="en-US" sz="1800" b="1" dirty="0" err="1">
                <a:latin typeface="+mn-lt"/>
              </a:rPr>
              <a:t>meniul</a:t>
            </a:r>
            <a:r>
              <a:rPr lang="en-US" sz="1800" b="1" dirty="0">
                <a:latin typeface="+mn-lt"/>
              </a:rPr>
              <a:t> pop-up</a:t>
            </a:r>
            <a:endParaRPr sz="1800" b="1" dirty="0">
              <a:latin typeface="+mn-lt"/>
              <a:ea typeface="Days One"/>
              <a:cs typeface="Days One"/>
              <a:sym typeface="Days One"/>
            </a:endParaRPr>
          </a:p>
        </p:txBody>
      </p:sp>
      <p:sp>
        <p:nvSpPr>
          <p:cNvPr id="940" name="Google Shape;940;p30"/>
          <p:cNvSpPr/>
          <p:nvPr/>
        </p:nvSpPr>
        <p:spPr>
          <a:xfrm>
            <a:off x="1959313" y="2304025"/>
            <a:ext cx="548700" cy="5487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1" name="Google Shape;941;p30"/>
          <p:cNvSpPr/>
          <p:nvPr/>
        </p:nvSpPr>
        <p:spPr>
          <a:xfrm>
            <a:off x="1959313" y="3093975"/>
            <a:ext cx="548700" cy="5487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2" name="Google Shape;942;p30"/>
          <p:cNvSpPr/>
          <p:nvPr/>
        </p:nvSpPr>
        <p:spPr>
          <a:xfrm>
            <a:off x="1959313" y="3883925"/>
            <a:ext cx="548700" cy="5487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4" name="Google Shape;944;p30"/>
          <p:cNvSpPr/>
          <p:nvPr/>
        </p:nvSpPr>
        <p:spPr>
          <a:xfrm>
            <a:off x="8308596" y="1441025"/>
            <a:ext cx="731396" cy="724280"/>
          </a:xfrm>
          <a:custGeom>
            <a:avLst/>
            <a:gdLst/>
            <a:ahLst/>
            <a:cxnLst/>
            <a:rect l="l" t="t" r="r" b="b"/>
            <a:pathLst>
              <a:path w="4515" h="4471" extrusionOk="0">
                <a:moveTo>
                  <a:pt x="1821" y="3126"/>
                </a:moveTo>
                <a:cubicBezTo>
                  <a:pt x="1330" y="2885"/>
                  <a:pt x="1126" y="2290"/>
                  <a:pt x="1367" y="1799"/>
                </a:cubicBezTo>
                <a:cubicBezTo>
                  <a:pt x="1608" y="1308"/>
                  <a:pt x="2204" y="1105"/>
                  <a:pt x="2695" y="1345"/>
                </a:cubicBezTo>
                <a:cubicBezTo>
                  <a:pt x="3186" y="1587"/>
                  <a:pt x="3389" y="2182"/>
                  <a:pt x="3148" y="2673"/>
                </a:cubicBezTo>
                <a:cubicBezTo>
                  <a:pt x="2907" y="3164"/>
                  <a:pt x="2312" y="3367"/>
                  <a:pt x="1821" y="3126"/>
                </a:cubicBezTo>
                <a:moveTo>
                  <a:pt x="3878" y="3808"/>
                </a:moveTo>
                <a:cubicBezTo>
                  <a:pt x="4043" y="3638"/>
                  <a:pt x="4179" y="3444"/>
                  <a:pt x="4284" y="3230"/>
                </a:cubicBezTo>
                <a:lnTo>
                  <a:pt x="4287" y="3225"/>
                </a:lnTo>
                <a:lnTo>
                  <a:pt x="3946" y="3058"/>
                </a:lnTo>
                <a:cubicBezTo>
                  <a:pt x="4035" y="2876"/>
                  <a:pt x="4091" y="2687"/>
                  <a:pt x="4118" y="2496"/>
                </a:cubicBezTo>
                <a:lnTo>
                  <a:pt x="4494" y="2549"/>
                </a:lnTo>
                <a:cubicBezTo>
                  <a:pt x="4526" y="2315"/>
                  <a:pt x="4522" y="2077"/>
                  <a:pt x="4481" y="1843"/>
                </a:cubicBezTo>
                <a:lnTo>
                  <a:pt x="4106" y="1909"/>
                </a:lnTo>
                <a:cubicBezTo>
                  <a:pt x="4072" y="1716"/>
                  <a:pt x="4007" y="1528"/>
                  <a:pt x="3915" y="1354"/>
                </a:cubicBezTo>
                <a:lnTo>
                  <a:pt x="4251" y="1176"/>
                </a:lnTo>
                <a:cubicBezTo>
                  <a:pt x="4139" y="966"/>
                  <a:pt x="3996" y="776"/>
                  <a:pt x="3826" y="612"/>
                </a:cubicBezTo>
                <a:lnTo>
                  <a:pt x="3562" y="885"/>
                </a:lnTo>
                <a:cubicBezTo>
                  <a:pt x="3425" y="752"/>
                  <a:pt x="3266" y="638"/>
                  <a:pt x="3085" y="550"/>
                </a:cubicBezTo>
                <a:cubicBezTo>
                  <a:pt x="3084" y="549"/>
                  <a:pt x="3083" y="549"/>
                  <a:pt x="3081" y="548"/>
                </a:cubicBezTo>
                <a:lnTo>
                  <a:pt x="3248" y="207"/>
                </a:lnTo>
                <a:cubicBezTo>
                  <a:pt x="3034" y="103"/>
                  <a:pt x="2807" y="33"/>
                  <a:pt x="2573" y="0"/>
                </a:cubicBezTo>
                <a:lnTo>
                  <a:pt x="2520" y="376"/>
                </a:lnTo>
                <a:cubicBezTo>
                  <a:pt x="2323" y="349"/>
                  <a:pt x="2125" y="353"/>
                  <a:pt x="1933" y="387"/>
                </a:cubicBezTo>
                <a:lnTo>
                  <a:pt x="1867" y="13"/>
                </a:lnTo>
                <a:cubicBezTo>
                  <a:pt x="1633" y="54"/>
                  <a:pt x="1409" y="131"/>
                  <a:pt x="1200" y="242"/>
                </a:cubicBezTo>
                <a:lnTo>
                  <a:pt x="1378" y="578"/>
                </a:lnTo>
                <a:cubicBezTo>
                  <a:pt x="1205" y="669"/>
                  <a:pt x="1046" y="787"/>
                  <a:pt x="908" y="930"/>
                </a:cubicBezTo>
                <a:lnTo>
                  <a:pt x="635" y="666"/>
                </a:lnTo>
                <a:cubicBezTo>
                  <a:pt x="472" y="835"/>
                  <a:pt x="336" y="1029"/>
                  <a:pt x="232" y="1241"/>
                </a:cubicBezTo>
                <a:lnTo>
                  <a:pt x="230" y="1244"/>
                </a:lnTo>
                <a:lnTo>
                  <a:pt x="571" y="1409"/>
                </a:lnTo>
                <a:cubicBezTo>
                  <a:pt x="482" y="1592"/>
                  <a:pt x="425" y="1782"/>
                  <a:pt x="398" y="1972"/>
                </a:cubicBezTo>
                <a:lnTo>
                  <a:pt x="23" y="1919"/>
                </a:lnTo>
                <a:cubicBezTo>
                  <a:pt x="-11" y="2153"/>
                  <a:pt x="-7" y="2391"/>
                  <a:pt x="35" y="2625"/>
                </a:cubicBezTo>
                <a:lnTo>
                  <a:pt x="409" y="2559"/>
                </a:lnTo>
                <a:cubicBezTo>
                  <a:pt x="443" y="2753"/>
                  <a:pt x="507" y="2941"/>
                  <a:pt x="599" y="3115"/>
                </a:cubicBezTo>
                <a:lnTo>
                  <a:pt x="263" y="3293"/>
                </a:lnTo>
                <a:cubicBezTo>
                  <a:pt x="374" y="3503"/>
                  <a:pt x="517" y="3693"/>
                  <a:pt x="687" y="3857"/>
                </a:cubicBezTo>
                <a:lnTo>
                  <a:pt x="951" y="3585"/>
                </a:lnTo>
                <a:cubicBezTo>
                  <a:pt x="1089" y="3718"/>
                  <a:pt x="1249" y="3833"/>
                  <a:pt x="1430" y="3922"/>
                </a:cubicBezTo>
                <a:cubicBezTo>
                  <a:pt x="1431" y="3922"/>
                  <a:pt x="1431" y="3922"/>
                  <a:pt x="1432" y="3923"/>
                </a:cubicBezTo>
                <a:lnTo>
                  <a:pt x="1265" y="4263"/>
                </a:lnTo>
                <a:cubicBezTo>
                  <a:pt x="1479" y="4367"/>
                  <a:pt x="1705" y="4438"/>
                  <a:pt x="1939" y="4471"/>
                </a:cubicBezTo>
                <a:lnTo>
                  <a:pt x="1993" y="4095"/>
                </a:lnTo>
                <a:cubicBezTo>
                  <a:pt x="2190" y="4123"/>
                  <a:pt x="2388" y="4119"/>
                  <a:pt x="2580" y="4085"/>
                </a:cubicBezTo>
                <a:lnTo>
                  <a:pt x="2645" y="4460"/>
                </a:lnTo>
                <a:cubicBezTo>
                  <a:pt x="2879" y="4419"/>
                  <a:pt x="3103" y="4342"/>
                  <a:pt x="3313" y="4231"/>
                </a:cubicBezTo>
                <a:lnTo>
                  <a:pt x="3135" y="3895"/>
                </a:lnTo>
                <a:cubicBezTo>
                  <a:pt x="3308" y="3804"/>
                  <a:pt x="3467" y="3686"/>
                  <a:pt x="3606" y="3544"/>
                </a:cubicBezTo>
                <a:lnTo>
                  <a:pt x="3878" y="3808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ine 3" descr="O imagine care conține simbol, schiță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FADC26AB-D515-E8A7-7152-6F9DF055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96" y="3016489"/>
            <a:ext cx="580138" cy="612961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AEA9C7D0-165F-AB0F-6A45-5E493565A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95" y="3819664"/>
            <a:ext cx="580138" cy="612961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14ED933B-21E9-7819-B400-1A98AE7A6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895" y="2303737"/>
            <a:ext cx="572244" cy="522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1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Cum am rezolvat aceste probleme?</a:t>
            </a:r>
            <a:endParaRPr dirty="0">
              <a:latin typeface="+mj-lt"/>
            </a:endParaRPr>
          </a:p>
        </p:txBody>
      </p:sp>
      <p:sp>
        <p:nvSpPr>
          <p:cNvPr id="953" name="Google Shape;953;p31"/>
          <p:cNvSpPr txBox="1">
            <a:spLocks noGrp="1"/>
          </p:cNvSpPr>
          <p:nvPr>
            <p:ph type="subTitle" idx="4"/>
          </p:nvPr>
        </p:nvSpPr>
        <p:spPr>
          <a:xfrm>
            <a:off x="896052" y="2667306"/>
            <a:ext cx="2193000" cy="5181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" sz="1400" dirty="0">
                <a:latin typeface="+mj-lt"/>
              </a:rPr>
              <a:t>Confuzia </a:t>
            </a:r>
            <a:r>
              <a:rPr lang="en-US" sz="1400" dirty="0" err="1">
                <a:latin typeface="+mj-lt"/>
              </a:rPr>
              <a:t>între</a:t>
            </a:r>
            <a:r>
              <a:rPr lang="en" sz="1400" dirty="0">
                <a:latin typeface="+mj-lt"/>
              </a:rPr>
              <a:t>  endpoint-uri</a:t>
            </a:r>
            <a:endParaRPr sz="1400" dirty="0">
              <a:latin typeface="+mj-lt"/>
            </a:endParaRPr>
          </a:p>
        </p:txBody>
      </p:sp>
      <p:sp>
        <p:nvSpPr>
          <p:cNvPr id="954" name="Google Shape;954;p31"/>
          <p:cNvSpPr txBox="1">
            <a:spLocks noGrp="1"/>
          </p:cNvSpPr>
          <p:nvPr>
            <p:ph type="subTitle" idx="5"/>
          </p:nvPr>
        </p:nvSpPr>
        <p:spPr>
          <a:xfrm>
            <a:off x="6054948" y="2667306"/>
            <a:ext cx="2351435" cy="5181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sz="1400" dirty="0">
                <a:latin typeface="+mj-lt"/>
              </a:rPr>
              <a:t>Afi</a:t>
            </a:r>
            <a:r>
              <a:rPr lang="en-US" sz="1400" dirty="0">
                <a:latin typeface="+mn-lt"/>
              </a:rPr>
              <a:t>ș</a:t>
            </a:r>
            <a:r>
              <a:rPr lang="it-IT" sz="1400" dirty="0">
                <a:latin typeface="+mj-lt"/>
              </a:rPr>
              <a:t>area datelor în meniul pop-up</a:t>
            </a:r>
            <a:endParaRPr sz="1400" dirty="0">
              <a:latin typeface="+mj-lt"/>
            </a:endParaRPr>
          </a:p>
        </p:txBody>
      </p:sp>
      <p:sp>
        <p:nvSpPr>
          <p:cNvPr id="955" name="Google Shape;955;p31"/>
          <p:cNvSpPr txBox="1">
            <a:spLocks noGrp="1"/>
          </p:cNvSpPr>
          <p:nvPr>
            <p:ph type="subTitle" idx="6"/>
          </p:nvPr>
        </p:nvSpPr>
        <p:spPr>
          <a:xfrm>
            <a:off x="3475500" y="1732701"/>
            <a:ext cx="2193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n-lt"/>
              </a:rPr>
              <a:t>Timpul</a:t>
            </a:r>
            <a:endParaRPr dirty="0"/>
          </a:p>
        </p:txBody>
      </p:sp>
      <p:grpSp>
        <p:nvGrpSpPr>
          <p:cNvPr id="1002" name="Google Shape;1002;p31"/>
          <p:cNvGrpSpPr/>
          <p:nvPr/>
        </p:nvGrpSpPr>
        <p:grpSpPr>
          <a:xfrm rot="899858">
            <a:off x="4214975" y="4207883"/>
            <a:ext cx="613580" cy="1034852"/>
            <a:chOff x="6814440" y="1026720"/>
            <a:chExt cx="1223280" cy="2063160"/>
          </a:xfrm>
        </p:grpSpPr>
        <p:sp>
          <p:nvSpPr>
            <p:cNvPr id="1003" name="Google Shape;1003;p31"/>
            <p:cNvSpPr/>
            <p:nvPr/>
          </p:nvSpPr>
          <p:spPr>
            <a:xfrm>
              <a:off x="6814440" y="1026720"/>
              <a:ext cx="1223280" cy="1574640"/>
            </a:xfrm>
            <a:custGeom>
              <a:avLst/>
              <a:gdLst/>
              <a:ahLst/>
              <a:cxnLst/>
              <a:rect l="l" t="t" r="r" b="b"/>
              <a:pathLst>
                <a:path w="3398" h="4374" extrusionOk="0">
                  <a:moveTo>
                    <a:pt x="3398" y="1699"/>
                  </a:moveTo>
                  <a:cubicBezTo>
                    <a:pt x="3398" y="761"/>
                    <a:pt x="2638" y="0"/>
                    <a:pt x="1699" y="0"/>
                  </a:cubicBezTo>
                  <a:cubicBezTo>
                    <a:pt x="761" y="0"/>
                    <a:pt x="0" y="761"/>
                    <a:pt x="0" y="1699"/>
                  </a:cubicBezTo>
                  <a:cubicBezTo>
                    <a:pt x="0" y="2031"/>
                    <a:pt x="95" y="2339"/>
                    <a:pt x="259" y="2600"/>
                  </a:cubicBezTo>
                  <a:lnTo>
                    <a:pt x="258" y="2601"/>
                  </a:lnTo>
                  <a:cubicBezTo>
                    <a:pt x="258" y="2601"/>
                    <a:pt x="267" y="2613"/>
                    <a:pt x="281" y="2635"/>
                  </a:cubicBezTo>
                  <a:cubicBezTo>
                    <a:pt x="286" y="2642"/>
                    <a:pt x="291" y="2650"/>
                    <a:pt x="295" y="2657"/>
                  </a:cubicBezTo>
                  <a:cubicBezTo>
                    <a:pt x="436" y="2870"/>
                    <a:pt x="927" y="3665"/>
                    <a:pt x="927" y="4374"/>
                  </a:cubicBezTo>
                  <a:lnTo>
                    <a:pt x="1467" y="4374"/>
                  </a:lnTo>
                  <a:lnTo>
                    <a:pt x="2034" y="4374"/>
                  </a:lnTo>
                  <a:lnTo>
                    <a:pt x="2473" y="4374"/>
                  </a:lnTo>
                  <a:cubicBezTo>
                    <a:pt x="2473" y="3547"/>
                    <a:pt x="3142" y="2601"/>
                    <a:pt x="3142" y="2601"/>
                  </a:cubicBezTo>
                  <a:lnTo>
                    <a:pt x="3140" y="2600"/>
                  </a:lnTo>
                  <a:cubicBezTo>
                    <a:pt x="3304" y="2339"/>
                    <a:pt x="3398" y="2030"/>
                    <a:pt x="3398" y="1699"/>
                  </a:cubicBezTo>
                  <a:close/>
                </a:path>
              </a:pathLst>
            </a:custGeom>
            <a:solidFill>
              <a:srgbClr val="FCB10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1"/>
            <p:cNvSpPr/>
            <p:nvPr/>
          </p:nvSpPr>
          <p:spPr>
            <a:xfrm>
              <a:off x="7145280" y="2540880"/>
              <a:ext cx="576720" cy="412560"/>
            </a:xfrm>
            <a:custGeom>
              <a:avLst/>
              <a:gdLst/>
              <a:ahLst/>
              <a:cxnLst/>
              <a:rect l="l" t="t" r="r" b="b"/>
              <a:pathLst>
                <a:path w="1602" h="1146" extrusionOk="0">
                  <a:moveTo>
                    <a:pt x="935" y="0"/>
                  </a:moveTo>
                  <a:lnTo>
                    <a:pt x="667" y="0"/>
                  </a:lnTo>
                  <a:lnTo>
                    <a:pt x="0" y="0"/>
                  </a:lnTo>
                  <a:lnTo>
                    <a:pt x="0" y="794"/>
                  </a:lnTo>
                  <a:lnTo>
                    <a:pt x="427" y="1146"/>
                  </a:lnTo>
                  <a:lnTo>
                    <a:pt x="667" y="1146"/>
                  </a:lnTo>
                  <a:lnTo>
                    <a:pt x="935" y="1146"/>
                  </a:lnTo>
                  <a:lnTo>
                    <a:pt x="1176" y="1146"/>
                  </a:lnTo>
                  <a:lnTo>
                    <a:pt x="1602" y="794"/>
                  </a:lnTo>
                  <a:lnTo>
                    <a:pt x="1602" y="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rgbClr val="3E282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7115040" y="1859400"/>
              <a:ext cx="583200" cy="661320"/>
            </a:xfrm>
            <a:custGeom>
              <a:avLst/>
              <a:gdLst/>
              <a:ahLst/>
              <a:cxnLst/>
              <a:rect l="l" t="t" r="r" b="b"/>
              <a:pathLst>
                <a:path w="1620" h="1837" extrusionOk="0">
                  <a:moveTo>
                    <a:pt x="1068" y="53"/>
                  </a:moveTo>
                  <a:cubicBezTo>
                    <a:pt x="1066" y="53"/>
                    <a:pt x="1065" y="53"/>
                    <a:pt x="1063" y="53"/>
                  </a:cubicBezTo>
                  <a:cubicBezTo>
                    <a:pt x="1003" y="54"/>
                    <a:pt x="964" y="76"/>
                    <a:pt x="953" y="114"/>
                  </a:cubicBezTo>
                  <a:cubicBezTo>
                    <a:pt x="936" y="173"/>
                    <a:pt x="983" y="255"/>
                    <a:pt x="1062" y="305"/>
                  </a:cubicBezTo>
                  <a:cubicBezTo>
                    <a:pt x="1083" y="319"/>
                    <a:pt x="1104" y="329"/>
                    <a:pt x="1125" y="336"/>
                  </a:cubicBezTo>
                  <a:cubicBezTo>
                    <a:pt x="1164" y="258"/>
                    <a:pt x="1180" y="177"/>
                    <a:pt x="1165" y="122"/>
                  </a:cubicBezTo>
                  <a:cubicBezTo>
                    <a:pt x="1153" y="76"/>
                    <a:pt x="1120" y="53"/>
                    <a:pt x="1068" y="53"/>
                  </a:cubicBezTo>
                  <a:moveTo>
                    <a:pt x="584" y="37"/>
                  </a:moveTo>
                  <a:cubicBezTo>
                    <a:pt x="546" y="37"/>
                    <a:pt x="506" y="55"/>
                    <a:pt x="481" y="86"/>
                  </a:cubicBezTo>
                  <a:cubicBezTo>
                    <a:pt x="432" y="148"/>
                    <a:pt x="446" y="245"/>
                    <a:pt x="518" y="356"/>
                  </a:cubicBezTo>
                  <a:cubicBezTo>
                    <a:pt x="584" y="336"/>
                    <a:pt x="634" y="286"/>
                    <a:pt x="667" y="207"/>
                  </a:cubicBezTo>
                  <a:cubicBezTo>
                    <a:pt x="695" y="134"/>
                    <a:pt x="684" y="77"/>
                    <a:pt x="638" y="50"/>
                  </a:cubicBezTo>
                  <a:cubicBezTo>
                    <a:pt x="622" y="41"/>
                    <a:pt x="603" y="37"/>
                    <a:pt x="584" y="37"/>
                  </a:cubicBezTo>
                  <a:moveTo>
                    <a:pt x="449" y="1837"/>
                  </a:moveTo>
                  <a:lnTo>
                    <a:pt x="0" y="165"/>
                  </a:lnTo>
                  <a:lnTo>
                    <a:pt x="43" y="199"/>
                  </a:lnTo>
                  <a:cubicBezTo>
                    <a:pt x="46" y="201"/>
                    <a:pt x="287" y="388"/>
                    <a:pt x="479" y="364"/>
                  </a:cubicBezTo>
                  <a:cubicBezTo>
                    <a:pt x="375" y="198"/>
                    <a:pt x="422" y="101"/>
                    <a:pt x="452" y="63"/>
                  </a:cubicBezTo>
                  <a:cubicBezTo>
                    <a:pt x="500" y="2"/>
                    <a:pt x="592" y="-18"/>
                    <a:pt x="656" y="18"/>
                  </a:cubicBezTo>
                  <a:cubicBezTo>
                    <a:pt x="719" y="54"/>
                    <a:pt x="736" y="129"/>
                    <a:pt x="702" y="220"/>
                  </a:cubicBezTo>
                  <a:cubicBezTo>
                    <a:pt x="666" y="306"/>
                    <a:pt x="611" y="362"/>
                    <a:pt x="540" y="388"/>
                  </a:cubicBezTo>
                  <a:cubicBezTo>
                    <a:pt x="560" y="415"/>
                    <a:pt x="583" y="443"/>
                    <a:pt x="609" y="472"/>
                  </a:cubicBezTo>
                  <a:cubicBezTo>
                    <a:pt x="738" y="611"/>
                    <a:pt x="859" y="588"/>
                    <a:pt x="938" y="544"/>
                  </a:cubicBezTo>
                  <a:cubicBezTo>
                    <a:pt x="1008" y="505"/>
                    <a:pt x="1067" y="439"/>
                    <a:pt x="1108" y="368"/>
                  </a:cubicBezTo>
                  <a:cubicBezTo>
                    <a:pt x="1078" y="358"/>
                    <a:pt x="1056" y="345"/>
                    <a:pt x="1042" y="336"/>
                  </a:cubicBezTo>
                  <a:cubicBezTo>
                    <a:pt x="948" y="277"/>
                    <a:pt x="896" y="180"/>
                    <a:pt x="917" y="104"/>
                  </a:cubicBezTo>
                  <a:cubicBezTo>
                    <a:pt x="933" y="49"/>
                    <a:pt x="986" y="17"/>
                    <a:pt x="1063" y="16"/>
                  </a:cubicBezTo>
                  <a:cubicBezTo>
                    <a:pt x="1134" y="14"/>
                    <a:pt x="1183" y="49"/>
                    <a:pt x="1201" y="112"/>
                  </a:cubicBezTo>
                  <a:cubicBezTo>
                    <a:pt x="1217" y="174"/>
                    <a:pt x="1202" y="262"/>
                    <a:pt x="1161" y="347"/>
                  </a:cubicBezTo>
                  <a:cubicBezTo>
                    <a:pt x="1344" y="388"/>
                    <a:pt x="1522" y="250"/>
                    <a:pt x="1579" y="200"/>
                  </a:cubicBezTo>
                  <a:lnTo>
                    <a:pt x="1620" y="164"/>
                  </a:lnTo>
                  <a:lnTo>
                    <a:pt x="1286" y="1835"/>
                  </a:lnTo>
                  <a:lnTo>
                    <a:pt x="1250" y="1828"/>
                  </a:lnTo>
                  <a:lnTo>
                    <a:pt x="1563" y="261"/>
                  </a:lnTo>
                  <a:cubicBezTo>
                    <a:pt x="1387" y="398"/>
                    <a:pt x="1240" y="403"/>
                    <a:pt x="1145" y="379"/>
                  </a:cubicBezTo>
                  <a:cubicBezTo>
                    <a:pt x="1100" y="459"/>
                    <a:pt x="1035" y="533"/>
                    <a:pt x="956" y="577"/>
                  </a:cubicBezTo>
                  <a:cubicBezTo>
                    <a:pt x="828" y="648"/>
                    <a:pt x="695" y="619"/>
                    <a:pt x="582" y="497"/>
                  </a:cubicBezTo>
                  <a:cubicBezTo>
                    <a:pt x="550" y="462"/>
                    <a:pt x="523" y="429"/>
                    <a:pt x="501" y="398"/>
                  </a:cubicBezTo>
                  <a:cubicBezTo>
                    <a:pt x="339" y="429"/>
                    <a:pt x="147" y="316"/>
                    <a:pt x="63" y="259"/>
                  </a:cubicBezTo>
                  <a:lnTo>
                    <a:pt x="485" y="1827"/>
                  </a:lnTo>
                  <a:lnTo>
                    <a:pt x="449" y="1837"/>
                  </a:lnTo>
                  <a:close/>
                </a:path>
              </a:pathLst>
            </a:custGeom>
            <a:solidFill>
              <a:srgbClr val="3E282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7079040" y="2500560"/>
              <a:ext cx="709560" cy="73800"/>
            </a:xfrm>
            <a:custGeom>
              <a:avLst/>
              <a:gdLst/>
              <a:ahLst/>
              <a:cxnLst/>
              <a:rect l="l" t="t" r="r" b="b"/>
              <a:pathLst>
                <a:path w="1971" h="205" extrusionOk="0">
                  <a:moveTo>
                    <a:pt x="1861" y="0"/>
                  </a:moveTo>
                  <a:lnTo>
                    <a:pt x="110" y="0"/>
                  </a:lnTo>
                  <a:cubicBezTo>
                    <a:pt x="49" y="0"/>
                    <a:pt x="0" y="46"/>
                    <a:pt x="0" y="102"/>
                  </a:cubicBezTo>
                  <a:cubicBezTo>
                    <a:pt x="0" y="159"/>
                    <a:pt x="49" y="205"/>
                    <a:pt x="110" y="205"/>
                  </a:cubicBezTo>
                  <a:lnTo>
                    <a:pt x="1861" y="205"/>
                  </a:lnTo>
                  <a:cubicBezTo>
                    <a:pt x="1922" y="205"/>
                    <a:pt x="1971" y="159"/>
                    <a:pt x="1971" y="102"/>
                  </a:cubicBezTo>
                  <a:cubicBezTo>
                    <a:pt x="1971" y="46"/>
                    <a:pt x="1922" y="0"/>
                    <a:pt x="1861" y="0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8800" rIns="90000" bIns="28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31"/>
            <p:cNvSpPr/>
            <p:nvPr/>
          </p:nvSpPr>
          <p:spPr>
            <a:xfrm>
              <a:off x="7079040" y="2613600"/>
              <a:ext cx="709560" cy="73440"/>
            </a:xfrm>
            <a:custGeom>
              <a:avLst/>
              <a:gdLst/>
              <a:ahLst/>
              <a:cxnLst/>
              <a:rect l="l" t="t" r="r" b="b"/>
              <a:pathLst>
                <a:path w="1971" h="204" extrusionOk="0">
                  <a:moveTo>
                    <a:pt x="1861" y="0"/>
                  </a:moveTo>
                  <a:lnTo>
                    <a:pt x="110" y="0"/>
                  </a:lnTo>
                  <a:cubicBezTo>
                    <a:pt x="49" y="0"/>
                    <a:pt x="0" y="46"/>
                    <a:pt x="0" y="102"/>
                  </a:cubicBezTo>
                  <a:cubicBezTo>
                    <a:pt x="0" y="159"/>
                    <a:pt x="49" y="204"/>
                    <a:pt x="110" y="204"/>
                  </a:cubicBezTo>
                  <a:lnTo>
                    <a:pt x="1861" y="204"/>
                  </a:lnTo>
                  <a:cubicBezTo>
                    <a:pt x="1922" y="204"/>
                    <a:pt x="1971" y="159"/>
                    <a:pt x="1971" y="102"/>
                  </a:cubicBezTo>
                  <a:cubicBezTo>
                    <a:pt x="1971" y="46"/>
                    <a:pt x="1922" y="0"/>
                    <a:pt x="1861" y="0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31"/>
            <p:cNvSpPr/>
            <p:nvPr/>
          </p:nvSpPr>
          <p:spPr>
            <a:xfrm>
              <a:off x="7079040" y="2726640"/>
              <a:ext cx="709560" cy="73440"/>
            </a:xfrm>
            <a:custGeom>
              <a:avLst/>
              <a:gdLst/>
              <a:ahLst/>
              <a:cxnLst/>
              <a:rect l="l" t="t" r="r" b="b"/>
              <a:pathLst>
                <a:path w="1971" h="204" extrusionOk="0">
                  <a:moveTo>
                    <a:pt x="1861" y="0"/>
                  </a:moveTo>
                  <a:lnTo>
                    <a:pt x="110" y="0"/>
                  </a:lnTo>
                  <a:cubicBezTo>
                    <a:pt x="49" y="0"/>
                    <a:pt x="0" y="45"/>
                    <a:pt x="0" y="102"/>
                  </a:cubicBezTo>
                  <a:cubicBezTo>
                    <a:pt x="0" y="158"/>
                    <a:pt x="49" y="204"/>
                    <a:pt x="110" y="204"/>
                  </a:cubicBezTo>
                  <a:lnTo>
                    <a:pt x="1861" y="204"/>
                  </a:lnTo>
                  <a:cubicBezTo>
                    <a:pt x="1922" y="204"/>
                    <a:pt x="1971" y="158"/>
                    <a:pt x="1971" y="102"/>
                  </a:cubicBezTo>
                  <a:cubicBezTo>
                    <a:pt x="1971" y="45"/>
                    <a:pt x="1922" y="0"/>
                    <a:pt x="1861" y="0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7299000" y="2953440"/>
              <a:ext cx="269280" cy="136440"/>
            </a:xfrm>
            <a:custGeom>
              <a:avLst/>
              <a:gdLst/>
              <a:ahLst/>
              <a:cxnLst/>
              <a:rect l="l" t="t" r="r" b="b"/>
              <a:pathLst>
                <a:path w="748" h="379" extrusionOk="0">
                  <a:moveTo>
                    <a:pt x="0" y="0"/>
                  </a:moveTo>
                  <a:lnTo>
                    <a:pt x="0" y="5"/>
                  </a:lnTo>
                  <a:cubicBezTo>
                    <a:pt x="0" y="211"/>
                    <a:pt x="168" y="379"/>
                    <a:pt x="374" y="379"/>
                  </a:cubicBezTo>
                  <a:cubicBezTo>
                    <a:pt x="581" y="379"/>
                    <a:pt x="748" y="211"/>
                    <a:pt x="748" y="5"/>
                  </a:cubicBezTo>
                  <a:lnTo>
                    <a:pt x="7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30" name="Picture 6" descr="Silver medal png Images - Free Download on Freepik">
            <a:extLst>
              <a:ext uri="{FF2B5EF4-FFF2-40B4-BE49-F238E27FC236}">
                <a16:creationId xmlns:a16="http://schemas.microsoft.com/office/drawing/2014/main" id="{23AAEFEE-02BA-A96E-EE72-78E5B707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866" y="3111459"/>
            <a:ext cx="1630549" cy="100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old medal template Images - Free Download on Freepik">
            <a:extLst>
              <a:ext uri="{FF2B5EF4-FFF2-40B4-BE49-F238E27FC236}">
                <a16:creationId xmlns:a16="http://schemas.microsoft.com/office/drawing/2014/main" id="{4BC6F01A-13BD-CEC7-2E37-FE85B10C3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623" y="2180571"/>
            <a:ext cx="1623693" cy="93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ronze medal Images - Free Download on Freepik">
            <a:extLst>
              <a:ext uri="{FF2B5EF4-FFF2-40B4-BE49-F238E27FC236}">
                <a16:creationId xmlns:a16="http://schemas.microsoft.com/office/drawing/2014/main" id="{9B05CD00-29CA-94FF-0E79-7D3923B8B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587" y="3185474"/>
            <a:ext cx="1568605" cy="92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3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>
                <a:latin typeface="+mj-lt"/>
              </a:rPr>
              <a:t>Cărei</a:t>
            </a:r>
            <a:r>
              <a:rPr lang="en-US" dirty="0">
                <a:latin typeface="+mj-lt"/>
              </a:rPr>
              <a:t> </a:t>
            </a:r>
            <a:r>
              <a:rPr lang="en-US" dirty="0" err="1">
                <a:latin typeface="+mj-lt"/>
              </a:rPr>
              <a:t>probleme</a:t>
            </a:r>
            <a:r>
              <a:rPr lang="en-US" dirty="0">
                <a:latin typeface="+mj-lt"/>
              </a:rPr>
              <a:t> ne </a:t>
            </a:r>
            <a:r>
              <a:rPr lang="en-US" dirty="0" err="1">
                <a:latin typeface="+mj-lt"/>
              </a:rPr>
              <a:t>adresăm</a:t>
            </a:r>
            <a:r>
              <a:rPr lang="en-US" dirty="0">
                <a:latin typeface="+mj-lt"/>
              </a:rPr>
              <a:t>?</a:t>
            </a:r>
            <a:endParaRPr dirty="0">
              <a:latin typeface="+mj-lt"/>
            </a:endParaRPr>
          </a:p>
        </p:txBody>
      </p:sp>
      <p:sp>
        <p:nvSpPr>
          <p:cNvPr id="1089" name="Google Shape;1089;p33"/>
          <p:cNvSpPr txBox="1">
            <a:spLocks noGrp="1"/>
          </p:cNvSpPr>
          <p:nvPr>
            <p:ph type="subTitle" idx="3"/>
          </p:nvPr>
        </p:nvSpPr>
        <p:spPr>
          <a:xfrm>
            <a:off x="1072896" y="2571750"/>
            <a:ext cx="3125454" cy="1524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 err="1">
                <a:latin typeface="+mn-lt"/>
              </a:rPr>
              <a:t>Principala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problemă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este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lipsa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transparenței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și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lipsa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monitorizării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transporturilor</a:t>
            </a:r>
            <a:r>
              <a:rPr lang="en-US" sz="1600" dirty="0">
                <a:latin typeface="+mn-lt"/>
              </a:rPr>
              <a:t> de </a:t>
            </a:r>
            <a:r>
              <a:rPr lang="en-US" sz="1600" dirty="0" err="1">
                <a:latin typeface="+mn-lt"/>
              </a:rPr>
              <a:t>lemn</a:t>
            </a:r>
            <a:r>
              <a:rPr lang="en-US" sz="1600" dirty="0">
                <a:latin typeface="+mn-lt"/>
              </a:rPr>
              <a:t> la </a:t>
            </a:r>
            <a:r>
              <a:rPr lang="en-US" sz="1600" dirty="0" err="1">
                <a:latin typeface="+mn-lt"/>
              </a:rPr>
              <a:t>nivel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geografic</a:t>
            </a:r>
            <a:r>
              <a:rPr lang="en-US" sz="1600" dirty="0">
                <a:latin typeface="+mn-lt"/>
              </a:rPr>
              <a:t>.</a:t>
            </a:r>
            <a:endParaRPr sz="1600" dirty="0">
              <a:latin typeface="+mn-lt"/>
            </a:endParaRPr>
          </a:p>
        </p:txBody>
      </p:sp>
      <p:sp>
        <p:nvSpPr>
          <p:cNvPr id="1090" name="Google Shape;1090;p33"/>
          <p:cNvSpPr txBox="1">
            <a:spLocks noGrp="1"/>
          </p:cNvSpPr>
          <p:nvPr>
            <p:ph type="subTitle" idx="4"/>
          </p:nvPr>
        </p:nvSpPr>
        <p:spPr>
          <a:xfrm>
            <a:off x="4945624" y="2632935"/>
            <a:ext cx="2985271" cy="1569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600" dirty="0">
                <a:latin typeface="+mn-lt"/>
              </a:rPr>
              <a:t>Mai specific, </a:t>
            </a:r>
            <a:r>
              <a:rPr lang="en-US" sz="1600" dirty="0" err="1">
                <a:latin typeface="+mn-lt"/>
              </a:rPr>
              <a:t>problema</a:t>
            </a:r>
            <a:r>
              <a:rPr lang="en-US" sz="1600" dirty="0">
                <a:latin typeface="+mn-lt"/>
              </a:rPr>
              <a:t> se </a:t>
            </a:r>
            <a:r>
              <a:rPr lang="en-US" sz="1600" dirty="0" err="1">
                <a:latin typeface="+mn-lt"/>
              </a:rPr>
              <a:t>adresează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vizibilității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reduse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asupra</a:t>
            </a:r>
            <a:r>
              <a:rPr lang="en-US" sz="1600" dirty="0">
                <a:latin typeface="+mn-lt"/>
              </a:rPr>
              <a:t> </a:t>
            </a:r>
            <a:r>
              <a:rPr lang="en-US" sz="1600" dirty="0" err="1">
                <a:latin typeface="+mn-lt"/>
              </a:rPr>
              <a:t>zonelor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critice</a:t>
            </a:r>
            <a:r>
              <a:rPr lang="en-US" sz="1600" dirty="0">
                <a:latin typeface="+mn-lt"/>
              </a:rPr>
              <a:t> (hotspots).</a:t>
            </a:r>
            <a:endParaRPr lang="en" sz="1600" dirty="0">
              <a:latin typeface="+mn-lt"/>
            </a:endParaRPr>
          </a:p>
        </p:txBody>
      </p:sp>
      <p:sp>
        <p:nvSpPr>
          <p:cNvPr id="1091" name="Google Shape;1091;p33"/>
          <p:cNvSpPr txBox="1">
            <a:spLocks noGrp="1"/>
          </p:cNvSpPr>
          <p:nvPr>
            <p:ph type="subTitle" idx="1"/>
          </p:nvPr>
        </p:nvSpPr>
        <p:spPr>
          <a:xfrm>
            <a:off x="3223628" y="1790967"/>
            <a:ext cx="2907600" cy="3847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Principala problema</a:t>
            </a:r>
            <a:endParaRPr dirty="0">
              <a:latin typeface="+mj-lt"/>
            </a:endParaRPr>
          </a:p>
        </p:txBody>
      </p:sp>
      <p:grpSp>
        <p:nvGrpSpPr>
          <p:cNvPr id="1126" name="Google Shape;1126;p33"/>
          <p:cNvGrpSpPr/>
          <p:nvPr/>
        </p:nvGrpSpPr>
        <p:grpSpPr>
          <a:xfrm flipH="1">
            <a:off x="259079" y="1619594"/>
            <a:ext cx="990031" cy="1013340"/>
            <a:chOff x="8264880" y="1119240"/>
            <a:chExt cx="1865520" cy="1909440"/>
          </a:xfrm>
        </p:grpSpPr>
        <p:sp>
          <p:nvSpPr>
            <p:cNvPr id="1127" name="Google Shape;1127;p33"/>
            <p:cNvSpPr/>
            <p:nvPr/>
          </p:nvSpPr>
          <p:spPr>
            <a:xfrm>
              <a:off x="9336240" y="2202840"/>
              <a:ext cx="190080" cy="199080"/>
            </a:xfrm>
            <a:custGeom>
              <a:avLst/>
              <a:gdLst/>
              <a:ahLst/>
              <a:cxnLst/>
              <a:rect l="l" t="t" r="r" b="b"/>
              <a:pathLst>
                <a:path w="528" h="553" extrusionOk="0">
                  <a:moveTo>
                    <a:pt x="0" y="0"/>
                  </a:moveTo>
                  <a:lnTo>
                    <a:pt x="528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9298800" y="2167200"/>
              <a:ext cx="264960" cy="270360"/>
            </a:xfrm>
            <a:custGeom>
              <a:avLst/>
              <a:gdLst/>
              <a:ahLst/>
              <a:cxnLst/>
              <a:rect l="l" t="t" r="r" b="b"/>
              <a:pathLst>
                <a:path w="736" h="751" extrusionOk="0">
                  <a:moveTo>
                    <a:pt x="527" y="751"/>
                  </a:moveTo>
                  <a:lnTo>
                    <a:pt x="736" y="553"/>
                  </a:lnTo>
                  <a:lnTo>
                    <a:pt x="208" y="0"/>
                  </a:lnTo>
                  <a:lnTo>
                    <a:pt x="0" y="198"/>
                  </a:lnTo>
                  <a:lnTo>
                    <a:pt x="527" y="751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9428400" y="2303640"/>
              <a:ext cx="702000" cy="725040"/>
            </a:xfrm>
            <a:custGeom>
              <a:avLst/>
              <a:gdLst/>
              <a:ahLst/>
              <a:cxnLst/>
              <a:rect l="l" t="t" r="r" b="b"/>
              <a:pathLst>
                <a:path w="1950" h="2014" extrusionOk="0">
                  <a:moveTo>
                    <a:pt x="1950" y="1606"/>
                  </a:moveTo>
                  <a:cubicBezTo>
                    <a:pt x="1950" y="1660"/>
                    <a:pt x="1930" y="1713"/>
                    <a:pt x="1889" y="1752"/>
                  </a:cubicBezTo>
                  <a:lnTo>
                    <a:pt x="1747" y="1887"/>
                  </a:lnTo>
                  <a:lnTo>
                    <a:pt x="1671" y="1959"/>
                  </a:lnTo>
                  <a:cubicBezTo>
                    <a:pt x="1591" y="2036"/>
                    <a:pt x="1460" y="2030"/>
                    <a:pt x="1380" y="1946"/>
                  </a:cubicBezTo>
                  <a:lnTo>
                    <a:pt x="0" y="499"/>
                  </a:lnTo>
                  <a:lnTo>
                    <a:pt x="1" y="207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218" y="0"/>
                  </a:lnTo>
                  <a:lnTo>
                    <a:pt x="510" y="13"/>
                  </a:lnTo>
                  <a:lnTo>
                    <a:pt x="1890" y="1461"/>
                  </a:lnTo>
                  <a:cubicBezTo>
                    <a:pt x="1929" y="1501"/>
                    <a:pt x="1949" y="1554"/>
                    <a:pt x="1950" y="1606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9428400" y="2483280"/>
              <a:ext cx="702000" cy="545400"/>
            </a:xfrm>
            <a:custGeom>
              <a:avLst/>
              <a:gdLst/>
              <a:ahLst/>
              <a:cxnLst/>
              <a:rect l="l" t="t" r="r" b="b"/>
              <a:pathLst>
                <a:path w="1950" h="1515" extrusionOk="0">
                  <a:moveTo>
                    <a:pt x="1950" y="1107"/>
                  </a:moveTo>
                  <a:cubicBezTo>
                    <a:pt x="1950" y="1161"/>
                    <a:pt x="1930" y="1214"/>
                    <a:pt x="1889" y="1253"/>
                  </a:cubicBezTo>
                  <a:lnTo>
                    <a:pt x="1747" y="1388"/>
                  </a:lnTo>
                  <a:lnTo>
                    <a:pt x="1671" y="1460"/>
                  </a:lnTo>
                  <a:cubicBezTo>
                    <a:pt x="1591" y="1537"/>
                    <a:pt x="1460" y="1531"/>
                    <a:pt x="1380" y="1447"/>
                  </a:cubicBezTo>
                  <a:lnTo>
                    <a:pt x="0" y="0"/>
                  </a:lnTo>
                  <a:lnTo>
                    <a:pt x="1950" y="1107"/>
                  </a:lnTo>
                  <a:close/>
                </a:path>
              </a:pathLst>
            </a:custGeom>
            <a:solidFill>
              <a:srgbClr val="3E282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8338680" y="1193040"/>
              <a:ext cx="1150920" cy="1151280"/>
            </a:xfrm>
            <a:custGeom>
              <a:avLst/>
              <a:gdLst/>
              <a:ahLst/>
              <a:cxnLst/>
              <a:rect l="l" t="t" r="r" b="b"/>
              <a:pathLst>
                <a:path w="3197" h="3198" extrusionOk="0">
                  <a:moveTo>
                    <a:pt x="3197" y="1599"/>
                  </a:moveTo>
                  <a:cubicBezTo>
                    <a:pt x="3197" y="2404"/>
                    <a:pt x="2602" y="3070"/>
                    <a:pt x="1828" y="3181"/>
                  </a:cubicBezTo>
                  <a:cubicBezTo>
                    <a:pt x="1754" y="3192"/>
                    <a:pt x="1677" y="3198"/>
                    <a:pt x="1599" y="3198"/>
                  </a:cubicBezTo>
                  <a:cubicBezTo>
                    <a:pt x="1278" y="3198"/>
                    <a:pt x="979" y="3103"/>
                    <a:pt x="729" y="2940"/>
                  </a:cubicBezTo>
                  <a:cubicBezTo>
                    <a:pt x="622" y="2871"/>
                    <a:pt x="524" y="2789"/>
                    <a:pt x="437" y="2698"/>
                  </a:cubicBezTo>
                  <a:cubicBezTo>
                    <a:pt x="306" y="2558"/>
                    <a:pt x="198" y="2396"/>
                    <a:pt x="124" y="2216"/>
                  </a:cubicBezTo>
                  <a:cubicBezTo>
                    <a:pt x="44" y="2026"/>
                    <a:pt x="0" y="1818"/>
                    <a:pt x="0" y="1599"/>
                  </a:cubicBezTo>
                  <a:cubicBezTo>
                    <a:pt x="0" y="725"/>
                    <a:pt x="702" y="14"/>
                    <a:pt x="1573" y="1"/>
                  </a:cubicBezTo>
                  <a:cubicBezTo>
                    <a:pt x="1581" y="0"/>
                    <a:pt x="1590" y="0"/>
                    <a:pt x="1599" y="0"/>
                  </a:cubicBezTo>
                  <a:cubicBezTo>
                    <a:pt x="1789" y="0"/>
                    <a:pt x="1971" y="34"/>
                    <a:pt x="2140" y="94"/>
                  </a:cubicBezTo>
                  <a:cubicBezTo>
                    <a:pt x="2261" y="138"/>
                    <a:pt x="2374" y="195"/>
                    <a:pt x="2479" y="264"/>
                  </a:cubicBezTo>
                  <a:cubicBezTo>
                    <a:pt x="2798" y="475"/>
                    <a:pt x="3037" y="797"/>
                    <a:pt x="3141" y="1175"/>
                  </a:cubicBezTo>
                  <a:cubicBezTo>
                    <a:pt x="3178" y="1310"/>
                    <a:pt x="3197" y="1452"/>
                    <a:pt x="3197" y="1599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8264880" y="1119240"/>
              <a:ext cx="1298880" cy="1298520"/>
            </a:xfrm>
            <a:custGeom>
              <a:avLst/>
              <a:gdLst/>
              <a:ahLst/>
              <a:cxnLst/>
              <a:rect l="l" t="t" r="r" b="b"/>
              <a:pathLst>
                <a:path w="3608" h="3607" extrusionOk="0">
                  <a:moveTo>
                    <a:pt x="3152" y="2387"/>
                  </a:moveTo>
                  <a:cubicBezTo>
                    <a:pt x="2830" y="3130"/>
                    <a:pt x="1964" y="3473"/>
                    <a:pt x="1221" y="3152"/>
                  </a:cubicBezTo>
                  <a:cubicBezTo>
                    <a:pt x="478" y="2830"/>
                    <a:pt x="135" y="1964"/>
                    <a:pt x="456" y="1221"/>
                  </a:cubicBezTo>
                  <a:cubicBezTo>
                    <a:pt x="778" y="478"/>
                    <a:pt x="1644" y="135"/>
                    <a:pt x="2387" y="456"/>
                  </a:cubicBezTo>
                  <a:cubicBezTo>
                    <a:pt x="3130" y="778"/>
                    <a:pt x="3473" y="1644"/>
                    <a:pt x="3152" y="2387"/>
                  </a:cubicBezTo>
                  <a:moveTo>
                    <a:pt x="1088" y="3459"/>
                  </a:moveTo>
                  <a:cubicBezTo>
                    <a:pt x="2002" y="3854"/>
                    <a:pt x="3063" y="3434"/>
                    <a:pt x="3459" y="2520"/>
                  </a:cubicBezTo>
                  <a:cubicBezTo>
                    <a:pt x="3854" y="1606"/>
                    <a:pt x="3434" y="544"/>
                    <a:pt x="2520" y="149"/>
                  </a:cubicBezTo>
                  <a:cubicBezTo>
                    <a:pt x="1606" y="-246"/>
                    <a:pt x="544" y="174"/>
                    <a:pt x="149" y="1088"/>
                  </a:cubicBezTo>
                  <a:cubicBezTo>
                    <a:pt x="-247" y="2002"/>
                    <a:pt x="174" y="3064"/>
                    <a:pt x="1088" y="3459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38"/>
          <p:cNvSpPr txBox="1">
            <a:spLocks noGrp="1"/>
          </p:cNvSpPr>
          <p:nvPr>
            <p:ph type="title"/>
          </p:nvPr>
        </p:nvSpPr>
        <p:spPr>
          <a:xfrm>
            <a:off x="1880700" y="1752675"/>
            <a:ext cx="5382600" cy="150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grpSp>
        <p:nvGrpSpPr>
          <p:cNvPr id="1302" name="Google Shape;1302;p38"/>
          <p:cNvGrpSpPr/>
          <p:nvPr/>
        </p:nvGrpSpPr>
        <p:grpSpPr>
          <a:xfrm>
            <a:off x="896391" y="806294"/>
            <a:ext cx="7307577" cy="3676076"/>
            <a:chOff x="896391" y="927919"/>
            <a:chExt cx="7307577" cy="3676076"/>
          </a:xfrm>
        </p:grpSpPr>
        <p:grpSp>
          <p:nvGrpSpPr>
            <p:cNvPr id="1303" name="Google Shape;1303;p38"/>
            <p:cNvGrpSpPr/>
            <p:nvPr/>
          </p:nvGrpSpPr>
          <p:grpSpPr>
            <a:xfrm>
              <a:off x="7029323" y="927919"/>
              <a:ext cx="1174645" cy="1286731"/>
              <a:chOff x="7029323" y="927919"/>
              <a:chExt cx="1174645" cy="1286731"/>
            </a:xfrm>
          </p:grpSpPr>
          <p:sp>
            <p:nvSpPr>
              <p:cNvPr id="1304" name="Google Shape;1304;p38"/>
              <p:cNvSpPr/>
              <p:nvPr/>
            </p:nvSpPr>
            <p:spPr>
              <a:xfrm>
                <a:off x="7029323" y="927919"/>
                <a:ext cx="834349" cy="826230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38"/>
              <p:cNvSpPr/>
              <p:nvPr/>
            </p:nvSpPr>
            <p:spPr>
              <a:xfrm>
                <a:off x="7738935" y="1754149"/>
                <a:ext cx="465034" cy="460502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6" name="Google Shape;1306;p38"/>
            <p:cNvSpPr/>
            <p:nvPr/>
          </p:nvSpPr>
          <p:spPr>
            <a:xfrm rot="-5400000">
              <a:off x="4310275" y="3909195"/>
              <a:ext cx="523440" cy="866160"/>
            </a:xfrm>
            <a:custGeom>
              <a:avLst/>
              <a:gdLst/>
              <a:ahLst/>
              <a:cxnLst/>
              <a:rect l="l" t="t" r="r" b="b"/>
              <a:pathLst>
                <a:path w="1454" h="2406" extrusionOk="0">
                  <a:moveTo>
                    <a:pt x="1454" y="1260"/>
                  </a:moveTo>
                  <a:lnTo>
                    <a:pt x="727" y="0"/>
                  </a:lnTo>
                  <a:lnTo>
                    <a:pt x="0" y="1260"/>
                  </a:lnTo>
                  <a:lnTo>
                    <a:pt x="375" y="1260"/>
                  </a:lnTo>
                  <a:lnTo>
                    <a:pt x="375" y="2406"/>
                  </a:lnTo>
                  <a:lnTo>
                    <a:pt x="1079" y="2406"/>
                  </a:lnTo>
                  <a:lnTo>
                    <a:pt x="1079" y="1260"/>
                  </a:lnTo>
                  <a:lnTo>
                    <a:pt x="1454" y="1260"/>
                  </a:ln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7" name="Google Shape;1307;p38"/>
            <p:cNvGrpSpPr/>
            <p:nvPr/>
          </p:nvGrpSpPr>
          <p:grpSpPr>
            <a:xfrm flipH="1">
              <a:off x="896391" y="927926"/>
              <a:ext cx="1212401" cy="1240945"/>
              <a:chOff x="8264880" y="1119240"/>
              <a:chExt cx="1865520" cy="1909440"/>
            </a:xfrm>
          </p:grpSpPr>
          <p:sp>
            <p:nvSpPr>
              <p:cNvPr id="1308" name="Google Shape;1308;p38"/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38"/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38"/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38"/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38"/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38"/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8481400-EC40-2B51-D215-DD0C2F45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VA MULȚUMIM!!!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220670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sis and Statistics - 5th grade by Slidesgo">
  <a:themeElements>
    <a:clrScheme name="Simple Light">
      <a:dk1>
        <a:srgbClr val="3C2C31"/>
      </a:dk1>
      <a:lt1>
        <a:srgbClr val="E24E42"/>
      </a:lt1>
      <a:dk2>
        <a:srgbClr val="E9B000"/>
      </a:dk2>
      <a:lt2>
        <a:srgbClr val="008F95"/>
      </a:lt2>
      <a:accent1>
        <a:srgbClr val="DDFBFC"/>
      </a:accent1>
      <a:accent2>
        <a:srgbClr val="EB6E80"/>
      </a:accent2>
      <a:accent3>
        <a:srgbClr val="F8D2D2"/>
      </a:accent3>
      <a:accent4>
        <a:srgbClr val="FAEBEB"/>
      </a:accent4>
      <a:accent5>
        <a:srgbClr val="FFFFFF"/>
      </a:accent5>
      <a:accent6>
        <a:srgbClr val="FFFFFF"/>
      </a:accent6>
      <a:hlink>
        <a:srgbClr val="3C2C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Expunere pe ecran (16:9)</PresentationFormat>
  <Paragraphs>26</Paragraphs>
  <Slides>8</Slides>
  <Notes>7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4" baseType="lpstr">
      <vt:lpstr>Days One</vt:lpstr>
      <vt:lpstr>Arial</vt:lpstr>
      <vt:lpstr>Lato</vt:lpstr>
      <vt:lpstr>Darker Grotesque SemiBold</vt:lpstr>
      <vt:lpstr>Bebas Neue</vt:lpstr>
      <vt:lpstr>Data Analysis and Statistics - 5th grade by Slidesgo</vt:lpstr>
      <vt:lpstr>Forest Heatmap</vt:lpstr>
      <vt:lpstr>Cine suntem noi?</vt:lpstr>
      <vt:lpstr>Lucrul in echipa</vt:lpstr>
      <vt:lpstr>Probleme intampinate</vt:lpstr>
      <vt:lpstr>Cum am rezolvat aceste probleme?</vt:lpstr>
      <vt:lpstr>Cărei probleme ne adresăm?</vt:lpstr>
      <vt:lpstr>DEMO</vt:lpstr>
      <vt:lpstr>VA MULȚUMIM!!!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Andrei Rares</cp:lastModifiedBy>
  <cp:revision>2</cp:revision>
  <dcterms:modified xsi:type="dcterms:W3CDTF">2025-12-13T14:15:23Z</dcterms:modified>
</cp:coreProperties>
</file>